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2230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8483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478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7081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90044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792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6712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889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809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737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93868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96959-DF64-43B5-9E7A-117CF3EE7F93}" type="datetimeFigureOut">
              <a:rPr lang="zh-CN" altLang="en-US" smtClean="0"/>
              <a:t>2022/8/14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591AF5-F81B-4B99-8C1D-12031B09E20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9035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118872" y="292608"/>
            <a:ext cx="11484864" cy="6565392"/>
          </a:xfrm>
          <a:custGeom>
            <a:avLst/>
            <a:gdLst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9601200 w 11247120"/>
              <a:gd name="connsiteY54" fmla="*/ 2167128 h 6565392"/>
              <a:gd name="connsiteX55" fmla="*/ 9436608 w 11247120"/>
              <a:gd name="connsiteY55" fmla="*/ 1609344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10872216 w 11247120"/>
              <a:gd name="connsiteY54" fmla="*/ 1764792 h 6565392"/>
              <a:gd name="connsiteX55" fmla="*/ 9436608 w 11247120"/>
              <a:gd name="connsiteY55" fmla="*/ 1609344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10872216 w 11247120"/>
              <a:gd name="connsiteY54" fmla="*/ 1764792 h 6565392"/>
              <a:gd name="connsiteX55" fmla="*/ 11137392 w 11247120"/>
              <a:gd name="connsiteY55" fmla="*/ 859536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0698480 w 11283696"/>
              <a:gd name="connsiteY51" fmla="*/ 2798064 h 6565392"/>
              <a:gd name="connsiteX52" fmla="*/ 10396728 w 11283696"/>
              <a:gd name="connsiteY52" fmla="*/ 24963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0698480 w 11283696"/>
              <a:gd name="connsiteY51" fmla="*/ 2798064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1237976 w 11283696"/>
              <a:gd name="connsiteY51" fmla="*/ 3310128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1237976 w 11283696"/>
              <a:gd name="connsiteY51" fmla="*/ 3310128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10936224 w 11283696"/>
              <a:gd name="connsiteY56" fmla="*/ 566928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484864"/>
              <a:gd name="connsiteY0" fmla="*/ 502920 h 6565392"/>
              <a:gd name="connsiteX1" fmla="*/ 73152 w 11484864"/>
              <a:gd name="connsiteY1" fmla="*/ 777240 h 6565392"/>
              <a:gd name="connsiteX2" fmla="*/ 246888 w 11484864"/>
              <a:gd name="connsiteY2" fmla="*/ 932688 h 6565392"/>
              <a:gd name="connsiteX3" fmla="*/ 557784 w 11484864"/>
              <a:gd name="connsiteY3" fmla="*/ 1188720 h 6565392"/>
              <a:gd name="connsiteX4" fmla="*/ 978408 w 11484864"/>
              <a:gd name="connsiteY4" fmla="*/ 1426464 h 6565392"/>
              <a:gd name="connsiteX5" fmla="*/ 1280160 w 11484864"/>
              <a:gd name="connsiteY5" fmla="*/ 1463040 h 6565392"/>
              <a:gd name="connsiteX6" fmla="*/ 1581912 w 11484864"/>
              <a:gd name="connsiteY6" fmla="*/ 1856232 h 6565392"/>
              <a:gd name="connsiteX7" fmla="*/ 1591056 w 11484864"/>
              <a:gd name="connsiteY7" fmla="*/ 2295144 h 6565392"/>
              <a:gd name="connsiteX8" fmla="*/ 1527048 w 11484864"/>
              <a:gd name="connsiteY8" fmla="*/ 2523744 h 6565392"/>
              <a:gd name="connsiteX9" fmla="*/ 1435608 w 11484864"/>
              <a:gd name="connsiteY9" fmla="*/ 2706624 h 6565392"/>
              <a:gd name="connsiteX10" fmla="*/ 1344168 w 11484864"/>
              <a:gd name="connsiteY10" fmla="*/ 3154680 h 6565392"/>
              <a:gd name="connsiteX11" fmla="*/ 1499616 w 11484864"/>
              <a:gd name="connsiteY11" fmla="*/ 3703320 h 6565392"/>
              <a:gd name="connsiteX12" fmla="*/ 1298448 w 11484864"/>
              <a:gd name="connsiteY12" fmla="*/ 3968496 h 6565392"/>
              <a:gd name="connsiteX13" fmla="*/ 1042416 w 11484864"/>
              <a:gd name="connsiteY13" fmla="*/ 4517136 h 6565392"/>
              <a:gd name="connsiteX14" fmla="*/ 822960 w 11484864"/>
              <a:gd name="connsiteY14" fmla="*/ 5184648 h 6565392"/>
              <a:gd name="connsiteX15" fmla="*/ 640080 w 11484864"/>
              <a:gd name="connsiteY15" fmla="*/ 5340096 h 6565392"/>
              <a:gd name="connsiteX16" fmla="*/ 685800 w 11484864"/>
              <a:gd name="connsiteY16" fmla="*/ 5733288 h 6565392"/>
              <a:gd name="connsiteX17" fmla="*/ 722376 w 11484864"/>
              <a:gd name="connsiteY17" fmla="*/ 6190488 h 6565392"/>
              <a:gd name="connsiteX18" fmla="*/ 777240 w 11484864"/>
              <a:gd name="connsiteY18" fmla="*/ 6565392 h 6565392"/>
              <a:gd name="connsiteX19" fmla="*/ 850392 w 11484864"/>
              <a:gd name="connsiteY19" fmla="*/ 6025896 h 6565392"/>
              <a:gd name="connsiteX20" fmla="*/ 941832 w 11484864"/>
              <a:gd name="connsiteY20" fmla="*/ 5696712 h 6565392"/>
              <a:gd name="connsiteX21" fmla="*/ 786384 w 11484864"/>
              <a:gd name="connsiteY21" fmla="*/ 5559552 h 6565392"/>
              <a:gd name="connsiteX22" fmla="*/ 1499616 w 11484864"/>
              <a:gd name="connsiteY22" fmla="*/ 5212080 h 6565392"/>
              <a:gd name="connsiteX23" fmla="*/ 1700784 w 11484864"/>
              <a:gd name="connsiteY23" fmla="*/ 5705856 h 6565392"/>
              <a:gd name="connsiteX24" fmla="*/ 1975104 w 11484864"/>
              <a:gd name="connsiteY24" fmla="*/ 5010912 h 6565392"/>
              <a:gd name="connsiteX25" fmla="*/ 1819656 w 11484864"/>
              <a:gd name="connsiteY25" fmla="*/ 4818888 h 6565392"/>
              <a:gd name="connsiteX26" fmla="*/ 1956816 w 11484864"/>
              <a:gd name="connsiteY26" fmla="*/ 4398264 h 6565392"/>
              <a:gd name="connsiteX27" fmla="*/ 2505456 w 11484864"/>
              <a:gd name="connsiteY27" fmla="*/ 5084064 h 6565392"/>
              <a:gd name="connsiteX28" fmla="*/ 2843784 w 11484864"/>
              <a:gd name="connsiteY28" fmla="*/ 5907024 h 6565392"/>
              <a:gd name="connsiteX29" fmla="*/ 3118104 w 11484864"/>
              <a:gd name="connsiteY29" fmla="*/ 6025896 h 6565392"/>
              <a:gd name="connsiteX30" fmla="*/ 3685032 w 11484864"/>
              <a:gd name="connsiteY30" fmla="*/ 5971032 h 6565392"/>
              <a:gd name="connsiteX31" fmla="*/ 4233672 w 11484864"/>
              <a:gd name="connsiteY31" fmla="*/ 5751576 h 6565392"/>
              <a:gd name="connsiteX32" fmla="*/ 4828032 w 11484864"/>
              <a:gd name="connsiteY32" fmla="*/ 5586984 h 6565392"/>
              <a:gd name="connsiteX33" fmla="*/ 5148072 w 11484864"/>
              <a:gd name="connsiteY33" fmla="*/ 5394960 h 6565392"/>
              <a:gd name="connsiteX34" fmla="*/ 5468112 w 11484864"/>
              <a:gd name="connsiteY34" fmla="*/ 4873752 h 6565392"/>
              <a:gd name="connsiteX35" fmla="*/ 5660136 w 11484864"/>
              <a:gd name="connsiteY35" fmla="*/ 4617720 h 6565392"/>
              <a:gd name="connsiteX36" fmla="*/ 5925312 w 11484864"/>
              <a:gd name="connsiteY36" fmla="*/ 4480560 h 6565392"/>
              <a:gd name="connsiteX37" fmla="*/ 6601968 w 11484864"/>
              <a:gd name="connsiteY37" fmla="*/ 4434840 h 6565392"/>
              <a:gd name="connsiteX38" fmla="*/ 6949440 w 11484864"/>
              <a:gd name="connsiteY38" fmla="*/ 4453128 h 6565392"/>
              <a:gd name="connsiteX39" fmla="*/ 7333488 w 11484864"/>
              <a:gd name="connsiteY39" fmla="*/ 4608576 h 6565392"/>
              <a:gd name="connsiteX40" fmla="*/ 7635240 w 11484864"/>
              <a:gd name="connsiteY40" fmla="*/ 5065776 h 6565392"/>
              <a:gd name="connsiteX41" fmla="*/ 8266176 w 11484864"/>
              <a:gd name="connsiteY41" fmla="*/ 5175504 h 6565392"/>
              <a:gd name="connsiteX42" fmla="*/ 8604504 w 11484864"/>
              <a:gd name="connsiteY42" fmla="*/ 5084064 h 6565392"/>
              <a:gd name="connsiteX43" fmla="*/ 8695944 w 11484864"/>
              <a:gd name="connsiteY43" fmla="*/ 5047488 h 6565392"/>
              <a:gd name="connsiteX44" fmla="*/ 9180576 w 11484864"/>
              <a:gd name="connsiteY44" fmla="*/ 4864608 h 6565392"/>
              <a:gd name="connsiteX45" fmla="*/ 9464040 w 11484864"/>
              <a:gd name="connsiteY45" fmla="*/ 4645152 h 6565392"/>
              <a:gd name="connsiteX46" fmla="*/ 10012680 w 11484864"/>
              <a:gd name="connsiteY46" fmla="*/ 4416552 h 6565392"/>
              <a:gd name="connsiteX47" fmla="*/ 10305288 w 11484864"/>
              <a:gd name="connsiteY47" fmla="*/ 4270248 h 6565392"/>
              <a:gd name="connsiteX48" fmla="*/ 10735056 w 11484864"/>
              <a:gd name="connsiteY48" fmla="*/ 4160520 h 6565392"/>
              <a:gd name="connsiteX49" fmla="*/ 10945368 w 11484864"/>
              <a:gd name="connsiteY49" fmla="*/ 4105656 h 6565392"/>
              <a:gd name="connsiteX50" fmla="*/ 11247120 w 11484864"/>
              <a:gd name="connsiteY50" fmla="*/ 3913632 h 6565392"/>
              <a:gd name="connsiteX51" fmla="*/ 11237976 w 11484864"/>
              <a:gd name="connsiteY51" fmla="*/ 3310128 h 6565392"/>
              <a:gd name="connsiteX52" fmla="*/ 11082528 w 11484864"/>
              <a:gd name="connsiteY52" fmla="*/ 2724912 h 6565392"/>
              <a:gd name="connsiteX53" fmla="*/ 11283696 w 11484864"/>
              <a:gd name="connsiteY53" fmla="*/ 2487168 h 6565392"/>
              <a:gd name="connsiteX54" fmla="*/ 10872216 w 11484864"/>
              <a:gd name="connsiteY54" fmla="*/ 1764792 h 6565392"/>
              <a:gd name="connsiteX55" fmla="*/ 11137392 w 11484864"/>
              <a:gd name="connsiteY55" fmla="*/ 859536 h 6565392"/>
              <a:gd name="connsiteX56" fmla="*/ 10936224 w 11484864"/>
              <a:gd name="connsiteY56" fmla="*/ 566928 h 6565392"/>
              <a:gd name="connsiteX57" fmla="*/ 11484864 w 11484864"/>
              <a:gd name="connsiteY57" fmla="*/ 329184 h 6565392"/>
              <a:gd name="connsiteX58" fmla="*/ 9930384 w 11484864"/>
              <a:gd name="connsiteY58" fmla="*/ 0 h 6565392"/>
              <a:gd name="connsiteX59" fmla="*/ 9390888 w 11484864"/>
              <a:gd name="connsiteY59" fmla="*/ 82296 h 6565392"/>
              <a:gd name="connsiteX60" fmla="*/ 8942832 w 11484864"/>
              <a:gd name="connsiteY60" fmla="*/ 201168 h 6565392"/>
              <a:gd name="connsiteX61" fmla="*/ 8293608 w 11484864"/>
              <a:gd name="connsiteY61" fmla="*/ 292608 h 6565392"/>
              <a:gd name="connsiteX62" fmla="*/ 7626096 w 11484864"/>
              <a:gd name="connsiteY62" fmla="*/ 356616 h 6565392"/>
              <a:gd name="connsiteX63" fmla="*/ 7269480 w 11484864"/>
              <a:gd name="connsiteY63" fmla="*/ 521208 h 6565392"/>
              <a:gd name="connsiteX64" fmla="*/ 6665976 w 11484864"/>
              <a:gd name="connsiteY64" fmla="*/ 649224 h 6565392"/>
              <a:gd name="connsiteX65" fmla="*/ 6144768 w 11484864"/>
              <a:gd name="connsiteY65" fmla="*/ 338328 h 6565392"/>
              <a:gd name="connsiteX66" fmla="*/ 5330952 w 11484864"/>
              <a:gd name="connsiteY66" fmla="*/ 320040 h 6565392"/>
              <a:gd name="connsiteX67" fmla="*/ 4992624 w 11484864"/>
              <a:gd name="connsiteY67" fmla="*/ 612648 h 6565392"/>
              <a:gd name="connsiteX68" fmla="*/ 4471416 w 11484864"/>
              <a:gd name="connsiteY68" fmla="*/ 868680 h 6565392"/>
              <a:gd name="connsiteX69" fmla="*/ 3986784 w 11484864"/>
              <a:gd name="connsiteY69" fmla="*/ 850392 h 6565392"/>
              <a:gd name="connsiteX70" fmla="*/ 3328416 w 11484864"/>
              <a:gd name="connsiteY70" fmla="*/ 658368 h 6565392"/>
              <a:gd name="connsiteX71" fmla="*/ 2862072 w 11484864"/>
              <a:gd name="connsiteY71" fmla="*/ 923544 h 6565392"/>
              <a:gd name="connsiteX72" fmla="*/ 2267712 w 11484864"/>
              <a:gd name="connsiteY72" fmla="*/ 1042416 h 6565392"/>
              <a:gd name="connsiteX73" fmla="*/ 1856232 w 11484864"/>
              <a:gd name="connsiteY73" fmla="*/ 850392 h 6565392"/>
              <a:gd name="connsiteX74" fmla="*/ 1316736 w 11484864"/>
              <a:gd name="connsiteY74" fmla="*/ 713232 h 6565392"/>
              <a:gd name="connsiteX75" fmla="*/ 1170432 w 11484864"/>
              <a:gd name="connsiteY75" fmla="*/ 420624 h 6565392"/>
              <a:gd name="connsiteX76" fmla="*/ 896112 w 11484864"/>
              <a:gd name="connsiteY76" fmla="*/ 283464 h 6565392"/>
              <a:gd name="connsiteX77" fmla="*/ 475488 w 11484864"/>
              <a:gd name="connsiteY77" fmla="*/ 246888 h 6565392"/>
              <a:gd name="connsiteX78" fmla="*/ 347472 w 11484864"/>
              <a:gd name="connsiteY78" fmla="*/ 649224 h 6565392"/>
              <a:gd name="connsiteX79" fmla="*/ 557784 w 11484864"/>
              <a:gd name="connsiteY79" fmla="*/ 822960 h 6565392"/>
              <a:gd name="connsiteX80" fmla="*/ 0 w 11484864"/>
              <a:gd name="connsiteY80" fmla="*/ 502920 h 656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1484864" h="6565392">
                <a:moveTo>
                  <a:pt x="0" y="502920"/>
                </a:moveTo>
                <a:lnTo>
                  <a:pt x="73152" y="777240"/>
                </a:lnTo>
                <a:lnTo>
                  <a:pt x="246888" y="932688"/>
                </a:lnTo>
                <a:lnTo>
                  <a:pt x="557784" y="1188720"/>
                </a:lnTo>
                <a:lnTo>
                  <a:pt x="978408" y="1426464"/>
                </a:lnTo>
                <a:lnTo>
                  <a:pt x="1280160" y="1463040"/>
                </a:lnTo>
                <a:lnTo>
                  <a:pt x="1581912" y="1856232"/>
                </a:lnTo>
                <a:lnTo>
                  <a:pt x="1591056" y="2295144"/>
                </a:lnTo>
                <a:lnTo>
                  <a:pt x="1527048" y="2523744"/>
                </a:lnTo>
                <a:lnTo>
                  <a:pt x="1435608" y="2706624"/>
                </a:lnTo>
                <a:lnTo>
                  <a:pt x="1344168" y="3154680"/>
                </a:lnTo>
                <a:lnTo>
                  <a:pt x="1499616" y="3703320"/>
                </a:lnTo>
                <a:lnTo>
                  <a:pt x="1298448" y="3968496"/>
                </a:lnTo>
                <a:lnTo>
                  <a:pt x="1042416" y="4517136"/>
                </a:lnTo>
                <a:lnTo>
                  <a:pt x="822960" y="5184648"/>
                </a:lnTo>
                <a:lnTo>
                  <a:pt x="640080" y="5340096"/>
                </a:lnTo>
                <a:lnTo>
                  <a:pt x="685800" y="5733288"/>
                </a:lnTo>
                <a:lnTo>
                  <a:pt x="722376" y="6190488"/>
                </a:lnTo>
                <a:lnTo>
                  <a:pt x="777240" y="6565392"/>
                </a:lnTo>
                <a:lnTo>
                  <a:pt x="850392" y="6025896"/>
                </a:lnTo>
                <a:lnTo>
                  <a:pt x="941832" y="5696712"/>
                </a:lnTo>
                <a:lnTo>
                  <a:pt x="786384" y="5559552"/>
                </a:lnTo>
                <a:lnTo>
                  <a:pt x="1499616" y="5212080"/>
                </a:lnTo>
                <a:lnTo>
                  <a:pt x="1700784" y="5705856"/>
                </a:lnTo>
                <a:lnTo>
                  <a:pt x="1975104" y="5010912"/>
                </a:lnTo>
                <a:lnTo>
                  <a:pt x="1819656" y="4818888"/>
                </a:lnTo>
                <a:lnTo>
                  <a:pt x="1956816" y="4398264"/>
                </a:lnTo>
                <a:lnTo>
                  <a:pt x="2505456" y="5084064"/>
                </a:lnTo>
                <a:lnTo>
                  <a:pt x="2843784" y="5907024"/>
                </a:lnTo>
                <a:lnTo>
                  <a:pt x="3118104" y="6025896"/>
                </a:lnTo>
                <a:lnTo>
                  <a:pt x="3685032" y="5971032"/>
                </a:lnTo>
                <a:lnTo>
                  <a:pt x="4233672" y="5751576"/>
                </a:lnTo>
                <a:lnTo>
                  <a:pt x="4828032" y="5586984"/>
                </a:lnTo>
                <a:lnTo>
                  <a:pt x="5148072" y="5394960"/>
                </a:lnTo>
                <a:lnTo>
                  <a:pt x="5468112" y="4873752"/>
                </a:lnTo>
                <a:lnTo>
                  <a:pt x="5660136" y="4617720"/>
                </a:lnTo>
                <a:lnTo>
                  <a:pt x="5925312" y="4480560"/>
                </a:lnTo>
                <a:lnTo>
                  <a:pt x="6601968" y="4434840"/>
                </a:lnTo>
                <a:cubicBezTo>
                  <a:pt x="6820986" y="4460607"/>
                  <a:pt x="6705243" y="4453128"/>
                  <a:pt x="6949440" y="4453128"/>
                </a:cubicBezTo>
                <a:lnTo>
                  <a:pt x="7333488" y="4608576"/>
                </a:lnTo>
                <a:lnTo>
                  <a:pt x="7635240" y="5065776"/>
                </a:lnTo>
                <a:lnTo>
                  <a:pt x="8266176" y="5175504"/>
                </a:lnTo>
                <a:lnTo>
                  <a:pt x="8604504" y="5084064"/>
                </a:lnTo>
                <a:cubicBezTo>
                  <a:pt x="8684038" y="5054239"/>
                  <a:pt x="8654363" y="5068278"/>
                  <a:pt x="8695944" y="5047488"/>
                </a:cubicBezTo>
                <a:lnTo>
                  <a:pt x="9180576" y="4864608"/>
                </a:lnTo>
                <a:lnTo>
                  <a:pt x="9464040" y="4645152"/>
                </a:lnTo>
                <a:lnTo>
                  <a:pt x="10012680" y="4416552"/>
                </a:lnTo>
                <a:lnTo>
                  <a:pt x="10305288" y="4270248"/>
                </a:lnTo>
                <a:lnTo>
                  <a:pt x="10735056" y="4160520"/>
                </a:lnTo>
                <a:lnTo>
                  <a:pt x="10945368" y="4105656"/>
                </a:lnTo>
                <a:lnTo>
                  <a:pt x="11247120" y="3913632"/>
                </a:lnTo>
                <a:lnTo>
                  <a:pt x="11237976" y="3310128"/>
                </a:lnTo>
                <a:lnTo>
                  <a:pt x="11082528" y="2724912"/>
                </a:lnTo>
                <a:lnTo>
                  <a:pt x="11283696" y="2487168"/>
                </a:lnTo>
                <a:lnTo>
                  <a:pt x="10872216" y="1764792"/>
                </a:lnTo>
                <a:lnTo>
                  <a:pt x="11137392" y="859536"/>
                </a:lnTo>
                <a:lnTo>
                  <a:pt x="10936224" y="566928"/>
                </a:lnTo>
                <a:lnTo>
                  <a:pt x="11484864" y="329184"/>
                </a:lnTo>
                <a:lnTo>
                  <a:pt x="9930384" y="0"/>
                </a:lnTo>
                <a:lnTo>
                  <a:pt x="9390888" y="82296"/>
                </a:lnTo>
                <a:lnTo>
                  <a:pt x="8942832" y="201168"/>
                </a:lnTo>
                <a:lnTo>
                  <a:pt x="8293608" y="292608"/>
                </a:lnTo>
                <a:lnTo>
                  <a:pt x="7626096" y="356616"/>
                </a:lnTo>
                <a:lnTo>
                  <a:pt x="7269480" y="521208"/>
                </a:lnTo>
                <a:lnTo>
                  <a:pt x="6665976" y="649224"/>
                </a:lnTo>
                <a:lnTo>
                  <a:pt x="6144768" y="338328"/>
                </a:lnTo>
                <a:lnTo>
                  <a:pt x="5330952" y="320040"/>
                </a:lnTo>
                <a:lnTo>
                  <a:pt x="4992624" y="612648"/>
                </a:lnTo>
                <a:lnTo>
                  <a:pt x="4471416" y="868680"/>
                </a:lnTo>
                <a:lnTo>
                  <a:pt x="3986784" y="850392"/>
                </a:lnTo>
                <a:lnTo>
                  <a:pt x="3328416" y="658368"/>
                </a:lnTo>
                <a:lnTo>
                  <a:pt x="2862072" y="923544"/>
                </a:lnTo>
                <a:lnTo>
                  <a:pt x="2267712" y="1042416"/>
                </a:lnTo>
                <a:lnTo>
                  <a:pt x="1856232" y="850392"/>
                </a:lnTo>
                <a:lnTo>
                  <a:pt x="1316736" y="713232"/>
                </a:lnTo>
                <a:lnTo>
                  <a:pt x="1170432" y="420624"/>
                </a:lnTo>
                <a:lnTo>
                  <a:pt x="896112" y="283464"/>
                </a:lnTo>
                <a:lnTo>
                  <a:pt x="475488" y="246888"/>
                </a:lnTo>
                <a:lnTo>
                  <a:pt x="347472" y="649224"/>
                </a:lnTo>
                <a:lnTo>
                  <a:pt x="557784" y="822960"/>
                </a:lnTo>
                <a:lnTo>
                  <a:pt x="0" y="50292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7" idx="11"/>
            <a:endCxn id="7" idx="26"/>
          </p:cNvCxnSpPr>
          <p:nvPr/>
        </p:nvCxnSpPr>
        <p:spPr>
          <a:xfrm>
            <a:off x="1618488" y="3995928"/>
            <a:ext cx="457200" cy="694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7" idx="7"/>
          </p:cNvCxnSpPr>
          <p:nvPr/>
        </p:nvCxnSpPr>
        <p:spPr>
          <a:xfrm>
            <a:off x="1709928" y="2587752"/>
            <a:ext cx="1737360" cy="246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7" idx="64"/>
          </p:cNvCxnSpPr>
          <p:nvPr/>
        </p:nvCxnSpPr>
        <p:spPr>
          <a:xfrm flipV="1">
            <a:off x="3474720" y="941832"/>
            <a:ext cx="3310128" cy="1874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endCxn id="7" idx="27"/>
          </p:cNvCxnSpPr>
          <p:nvPr/>
        </p:nvCxnSpPr>
        <p:spPr>
          <a:xfrm flipH="1">
            <a:off x="2624328" y="2834640"/>
            <a:ext cx="905256" cy="254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endCxn id="7" idx="36"/>
          </p:cNvCxnSpPr>
          <p:nvPr/>
        </p:nvCxnSpPr>
        <p:spPr>
          <a:xfrm>
            <a:off x="3575304" y="2834640"/>
            <a:ext cx="2468880" cy="1938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7" idx="27"/>
            <a:endCxn id="7" idx="34"/>
          </p:cNvCxnSpPr>
          <p:nvPr/>
        </p:nvCxnSpPr>
        <p:spPr>
          <a:xfrm flipV="1">
            <a:off x="2624328" y="5166360"/>
            <a:ext cx="2962656" cy="2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3602736" y="1700784"/>
            <a:ext cx="3968496" cy="1115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193024" y="123444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7" idx="57"/>
          </p:cNvCxnSpPr>
          <p:nvPr/>
        </p:nvCxnSpPr>
        <p:spPr>
          <a:xfrm flipV="1">
            <a:off x="7498080" y="621792"/>
            <a:ext cx="4105656" cy="107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endCxn id="7" idx="54"/>
          </p:cNvCxnSpPr>
          <p:nvPr/>
        </p:nvCxnSpPr>
        <p:spPr>
          <a:xfrm>
            <a:off x="7571232" y="1700784"/>
            <a:ext cx="3419856" cy="356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" idx="50"/>
          </p:cNvCxnSpPr>
          <p:nvPr/>
        </p:nvCxnSpPr>
        <p:spPr>
          <a:xfrm flipH="1" flipV="1">
            <a:off x="6153912" y="2121408"/>
            <a:ext cx="5212080" cy="2084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等腰三角形 52"/>
          <p:cNvSpPr/>
          <p:nvPr/>
        </p:nvSpPr>
        <p:spPr>
          <a:xfrm rot="239198">
            <a:off x="9419802" y="1881832"/>
            <a:ext cx="1552486" cy="94283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 rot="7747996">
            <a:off x="7597742" y="1470534"/>
            <a:ext cx="537359" cy="32389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 rot="7747996">
            <a:off x="7892930" y="1406526"/>
            <a:ext cx="537359" cy="32389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>
            <a:stCxn id="7" idx="37"/>
          </p:cNvCxnSpPr>
          <p:nvPr/>
        </p:nvCxnSpPr>
        <p:spPr>
          <a:xfrm flipV="1">
            <a:off x="6720840" y="3328416"/>
            <a:ext cx="2459736" cy="13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84448" y="2711196"/>
            <a:ext cx="4114800" cy="123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7662672" y="2736342"/>
            <a:ext cx="288036" cy="1287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2203704" y="1632480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蛮族冰原</a:t>
            </a:r>
            <a:endParaRPr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6309360" y="1299447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</a:t>
            </a:r>
            <a:r>
              <a:rPr lang="zh-CN" altLang="en-US" dirty="0" smtClean="0"/>
              <a:t>城辖地</a:t>
            </a:r>
            <a:endParaRPr lang="zh-CN" altLang="en-US" dirty="0"/>
          </a:p>
        </p:txBody>
      </p:sp>
      <p:sp>
        <p:nvSpPr>
          <p:cNvPr id="64" name="圆角矩形 63"/>
          <p:cNvSpPr/>
          <p:nvPr/>
        </p:nvSpPr>
        <p:spPr>
          <a:xfrm>
            <a:off x="7498080" y="859536"/>
            <a:ext cx="308610" cy="3017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7171476" y="9188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王城</a:t>
            </a:r>
          </a:p>
        </p:txBody>
      </p:sp>
      <p:cxnSp>
        <p:nvCxnSpPr>
          <p:cNvPr id="67" name="直接连接符 66"/>
          <p:cNvCxnSpPr/>
          <p:nvPr/>
        </p:nvCxnSpPr>
        <p:spPr>
          <a:xfrm flipH="1">
            <a:off x="7699248" y="292608"/>
            <a:ext cx="107442" cy="748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1783080" y="3096968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迷茫荒原</a:t>
            </a:r>
            <a:endParaRPr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1152144" y="4849744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山国</a:t>
            </a:r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3425170" y="556327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潜渊</a:t>
            </a:r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3639312" y="408730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红漠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440680" y="230628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石盟森林</a:t>
            </a:r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485632" y="4249824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诺克</a:t>
            </a:r>
            <a:r>
              <a:rPr lang="zh-CN" altLang="en-US" dirty="0" smtClean="0"/>
              <a:t>斯雨林</a:t>
            </a:r>
            <a:endParaRPr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5349240" y="3275550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破碎山丘</a:t>
            </a:r>
            <a:endParaRPr lang="zh-CN" altLang="en-US" dirty="0"/>
          </a:p>
        </p:txBody>
      </p:sp>
      <p:sp>
        <p:nvSpPr>
          <p:cNvPr id="75" name="文本框 74"/>
          <p:cNvSpPr txBox="1"/>
          <p:nvPr/>
        </p:nvSpPr>
        <p:spPr>
          <a:xfrm>
            <a:off x="7921284" y="3136392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/>
              <a:t>流民联合</a:t>
            </a:r>
            <a:endParaRPr lang="zh-CN" altLang="en-US" dirty="0"/>
          </a:p>
        </p:txBody>
      </p:sp>
      <p:sp>
        <p:nvSpPr>
          <p:cNvPr id="76" name="文本框 75"/>
          <p:cNvSpPr txBox="1"/>
          <p:nvPr/>
        </p:nvSpPr>
        <p:spPr>
          <a:xfrm>
            <a:off x="9354312" y="255167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东国</a:t>
            </a:r>
          </a:p>
        </p:txBody>
      </p:sp>
      <p:sp>
        <p:nvSpPr>
          <p:cNvPr id="77" name="文本框 76"/>
          <p:cNvSpPr txBox="1"/>
          <p:nvPr/>
        </p:nvSpPr>
        <p:spPr>
          <a:xfrm>
            <a:off x="5861304" y="5609494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沉睡之地</a:t>
            </a:r>
            <a:endParaRPr lang="zh-CN" altLang="en-US" dirty="0"/>
          </a:p>
        </p:txBody>
      </p:sp>
      <p:cxnSp>
        <p:nvCxnSpPr>
          <p:cNvPr id="79" name="直接连接符 78"/>
          <p:cNvCxnSpPr>
            <a:stCxn id="7" idx="11"/>
            <a:endCxn id="7" idx="26"/>
          </p:cNvCxnSpPr>
          <p:nvPr/>
        </p:nvCxnSpPr>
        <p:spPr>
          <a:xfrm>
            <a:off x="1618488" y="3995928"/>
            <a:ext cx="457200" cy="701893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直接连接符 79"/>
          <p:cNvCxnSpPr/>
          <p:nvPr/>
        </p:nvCxnSpPr>
        <p:spPr>
          <a:xfrm flipV="1">
            <a:off x="9550908" y="854966"/>
            <a:ext cx="1143000" cy="352187"/>
          </a:xfrm>
          <a:prstGeom prst="line">
            <a:avLst/>
          </a:prstGeom>
          <a:ln w="508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284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118872" y="292608"/>
            <a:ext cx="11484864" cy="6565392"/>
          </a:xfrm>
          <a:custGeom>
            <a:avLst/>
            <a:gdLst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9601200 w 11247120"/>
              <a:gd name="connsiteY54" fmla="*/ 2167128 h 6565392"/>
              <a:gd name="connsiteX55" fmla="*/ 9436608 w 11247120"/>
              <a:gd name="connsiteY55" fmla="*/ 1609344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10872216 w 11247120"/>
              <a:gd name="connsiteY54" fmla="*/ 1764792 h 6565392"/>
              <a:gd name="connsiteX55" fmla="*/ 9436608 w 11247120"/>
              <a:gd name="connsiteY55" fmla="*/ 1609344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47120"/>
              <a:gd name="connsiteY0" fmla="*/ 502920 h 6565392"/>
              <a:gd name="connsiteX1" fmla="*/ 73152 w 11247120"/>
              <a:gd name="connsiteY1" fmla="*/ 777240 h 6565392"/>
              <a:gd name="connsiteX2" fmla="*/ 246888 w 11247120"/>
              <a:gd name="connsiteY2" fmla="*/ 932688 h 6565392"/>
              <a:gd name="connsiteX3" fmla="*/ 557784 w 11247120"/>
              <a:gd name="connsiteY3" fmla="*/ 1188720 h 6565392"/>
              <a:gd name="connsiteX4" fmla="*/ 978408 w 11247120"/>
              <a:gd name="connsiteY4" fmla="*/ 1426464 h 6565392"/>
              <a:gd name="connsiteX5" fmla="*/ 1280160 w 11247120"/>
              <a:gd name="connsiteY5" fmla="*/ 1463040 h 6565392"/>
              <a:gd name="connsiteX6" fmla="*/ 1581912 w 11247120"/>
              <a:gd name="connsiteY6" fmla="*/ 1856232 h 6565392"/>
              <a:gd name="connsiteX7" fmla="*/ 1591056 w 11247120"/>
              <a:gd name="connsiteY7" fmla="*/ 2295144 h 6565392"/>
              <a:gd name="connsiteX8" fmla="*/ 1527048 w 11247120"/>
              <a:gd name="connsiteY8" fmla="*/ 2523744 h 6565392"/>
              <a:gd name="connsiteX9" fmla="*/ 1435608 w 11247120"/>
              <a:gd name="connsiteY9" fmla="*/ 2706624 h 6565392"/>
              <a:gd name="connsiteX10" fmla="*/ 1344168 w 11247120"/>
              <a:gd name="connsiteY10" fmla="*/ 3154680 h 6565392"/>
              <a:gd name="connsiteX11" fmla="*/ 1499616 w 11247120"/>
              <a:gd name="connsiteY11" fmla="*/ 3703320 h 6565392"/>
              <a:gd name="connsiteX12" fmla="*/ 1298448 w 11247120"/>
              <a:gd name="connsiteY12" fmla="*/ 3968496 h 6565392"/>
              <a:gd name="connsiteX13" fmla="*/ 1042416 w 11247120"/>
              <a:gd name="connsiteY13" fmla="*/ 4517136 h 6565392"/>
              <a:gd name="connsiteX14" fmla="*/ 822960 w 11247120"/>
              <a:gd name="connsiteY14" fmla="*/ 5184648 h 6565392"/>
              <a:gd name="connsiteX15" fmla="*/ 640080 w 11247120"/>
              <a:gd name="connsiteY15" fmla="*/ 5340096 h 6565392"/>
              <a:gd name="connsiteX16" fmla="*/ 685800 w 11247120"/>
              <a:gd name="connsiteY16" fmla="*/ 5733288 h 6565392"/>
              <a:gd name="connsiteX17" fmla="*/ 722376 w 11247120"/>
              <a:gd name="connsiteY17" fmla="*/ 6190488 h 6565392"/>
              <a:gd name="connsiteX18" fmla="*/ 777240 w 11247120"/>
              <a:gd name="connsiteY18" fmla="*/ 6565392 h 6565392"/>
              <a:gd name="connsiteX19" fmla="*/ 850392 w 11247120"/>
              <a:gd name="connsiteY19" fmla="*/ 6025896 h 6565392"/>
              <a:gd name="connsiteX20" fmla="*/ 941832 w 11247120"/>
              <a:gd name="connsiteY20" fmla="*/ 5696712 h 6565392"/>
              <a:gd name="connsiteX21" fmla="*/ 786384 w 11247120"/>
              <a:gd name="connsiteY21" fmla="*/ 5559552 h 6565392"/>
              <a:gd name="connsiteX22" fmla="*/ 1499616 w 11247120"/>
              <a:gd name="connsiteY22" fmla="*/ 5212080 h 6565392"/>
              <a:gd name="connsiteX23" fmla="*/ 1700784 w 11247120"/>
              <a:gd name="connsiteY23" fmla="*/ 5705856 h 6565392"/>
              <a:gd name="connsiteX24" fmla="*/ 1975104 w 11247120"/>
              <a:gd name="connsiteY24" fmla="*/ 5010912 h 6565392"/>
              <a:gd name="connsiteX25" fmla="*/ 1819656 w 11247120"/>
              <a:gd name="connsiteY25" fmla="*/ 4818888 h 6565392"/>
              <a:gd name="connsiteX26" fmla="*/ 1956816 w 11247120"/>
              <a:gd name="connsiteY26" fmla="*/ 4398264 h 6565392"/>
              <a:gd name="connsiteX27" fmla="*/ 2505456 w 11247120"/>
              <a:gd name="connsiteY27" fmla="*/ 5084064 h 6565392"/>
              <a:gd name="connsiteX28" fmla="*/ 2843784 w 11247120"/>
              <a:gd name="connsiteY28" fmla="*/ 5907024 h 6565392"/>
              <a:gd name="connsiteX29" fmla="*/ 3118104 w 11247120"/>
              <a:gd name="connsiteY29" fmla="*/ 6025896 h 6565392"/>
              <a:gd name="connsiteX30" fmla="*/ 3685032 w 11247120"/>
              <a:gd name="connsiteY30" fmla="*/ 5971032 h 6565392"/>
              <a:gd name="connsiteX31" fmla="*/ 4233672 w 11247120"/>
              <a:gd name="connsiteY31" fmla="*/ 5751576 h 6565392"/>
              <a:gd name="connsiteX32" fmla="*/ 4828032 w 11247120"/>
              <a:gd name="connsiteY32" fmla="*/ 5586984 h 6565392"/>
              <a:gd name="connsiteX33" fmla="*/ 5148072 w 11247120"/>
              <a:gd name="connsiteY33" fmla="*/ 5394960 h 6565392"/>
              <a:gd name="connsiteX34" fmla="*/ 5468112 w 11247120"/>
              <a:gd name="connsiteY34" fmla="*/ 4873752 h 6565392"/>
              <a:gd name="connsiteX35" fmla="*/ 5660136 w 11247120"/>
              <a:gd name="connsiteY35" fmla="*/ 4617720 h 6565392"/>
              <a:gd name="connsiteX36" fmla="*/ 5925312 w 11247120"/>
              <a:gd name="connsiteY36" fmla="*/ 4480560 h 6565392"/>
              <a:gd name="connsiteX37" fmla="*/ 6601968 w 11247120"/>
              <a:gd name="connsiteY37" fmla="*/ 4434840 h 6565392"/>
              <a:gd name="connsiteX38" fmla="*/ 6949440 w 11247120"/>
              <a:gd name="connsiteY38" fmla="*/ 4453128 h 6565392"/>
              <a:gd name="connsiteX39" fmla="*/ 7333488 w 11247120"/>
              <a:gd name="connsiteY39" fmla="*/ 4608576 h 6565392"/>
              <a:gd name="connsiteX40" fmla="*/ 7635240 w 11247120"/>
              <a:gd name="connsiteY40" fmla="*/ 5065776 h 6565392"/>
              <a:gd name="connsiteX41" fmla="*/ 8266176 w 11247120"/>
              <a:gd name="connsiteY41" fmla="*/ 5175504 h 6565392"/>
              <a:gd name="connsiteX42" fmla="*/ 8604504 w 11247120"/>
              <a:gd name="connsiteY42" fmla="*/ 5084064 h 6565392"/>
              <a:gd name="connsiteX43" fmla="*/ 8695944 w 11247120"/>
              <a:gd name="connsiteY43" fmla="*/ 5047488 h 6565392"/>
              <a:gd name="connsiteX44" fmla="*/ 9180576 w 11247120"/>
              <a:gd name="connsiteY44" fmla="*/ 4864608 h 6565392"/>
              <a:gd name="connsiteX45" fmla="*/ 9464040 w 11247120"/>
              <a:gd name="connsiteY45" fmla="*/ 4645152 h 6565392"/>
              <a:gd name="connsiteX46" fmla="*/ 10012680 w 11247120"/>
              <a:gd name="connsiteY46" fmla="*/ 4416552 h 6565392"/>
              <a:gd name="connsiteX47" fmla="*/ 10305288 w 11247120"/>
              <a:gd name="connsiteY47" fmla="*/ 4270248 h 6565392"/>
              <a:gd name="connsiteX48" fmla="*/ 10735056 w 11247120"/>
              <a:gd name="connsiteY48" fmla="*/ 4160520 h 6565392"/>
              <a:gd name="connsiteX49" fmla="*/ 10945368 w 11247120"/>
              <a:gd name="connsiteY49" fmla="*/ 4105656 h 6565392"/>
              <a:gd name="connsiteX50" fmla="*/ 11247120 w 11247120"/>
              <a:gd name="connsiteY50" fmla="*/ 3913632 h 6565392"/>
              <a:gd name="connsiteX51" fmla="*/ 10698480 w 11247120"/>
              <a:gd name="connsiteY51" fmla="*/ 2798064 h 6565392"/>
              <a:gd name="connsiteX52" fmla="*/ 10396728 w 11247120"/>
              <a:gd name="connsiteY52" fmla="*/ 2496312 h 6565392"/>
              <a:gd name="connsiteX53" fmla="*/ 9985248 w 11247120"/>
              <a:gd name="connsiteY53" fmla="*/ 2368296 h 6565392"/>
              <a:gd name="connsiteX54" fmla="*/ 10872216 w 11247120"/>
              <a:gd name="connsiteY54" fmla="*/ 1764792 h 6565392"/>
              <a:gd name="connsiteX55" fmla="*/ 11137392 w 11247120"/>
              <a:gd name="connsiteY55" fmla="*/ 859536 h 6565392"/>
              <a:gd name="connsiteX56" fmla="*/ 9802368 w 11247120"/>
              <a:gd name="connsiteY56" fmla="*/ 1316736 h 6565392"/>
              <a:gd name="connsiteX57" fmla="*/ 10140696 w 11247120"/>
              <a:gd name="connsiteY57" fmla="*/ 128016 h 6565392"/>
              <a:gd name="connsiteX58" fmla="*/ 9930384 w 11247120"/>
              <a:gd name="connsiteY58" fmla="*/ 0 h 6565392"/>
              <a:gd name="connsiteX59" fmla="*/ 9390888 w 11247120"/>
              <a:gd name="connsiteY59" fmla="*/ 82296 h 6565392"/>
              <a:gd name="connsiteX60" fmla="*/ 8942832 w 11247120"/>
              <a:gd name="connsiteY60" fmla="*/ 201168 h 6565392"/>
              <a:gd name="connsiteX61" fmla="*/ 8293608 w 11247120"/>
              <a:gd name="connsiteY61" fmla="*/ 292608 h 6565392"/>
              <a:gd name="connsiteX62" fmla="*/ 7626096 w 11247120"/>
              <a:gd name="connsiteY62" fmla="*/ 356616 h 6565392"/>
              <a:gd name="connsiteX63" fmla="*/ 7269480 w 11247120"/>
              <a:gd name="connsiteY63" fmla="*/ 521208 h 6565392"/>
              <a:gd name="connsiteX64" fmla="*/ 6665976 w 11247120"/>
              <a:gd name="connsiteY64" fmla="*/ 649224 h 6565392"/>
              <a:gd name="connsiteX65" fmla="*/ 6144768 w 11247120"/>
              <a:gd name="connsiteY65" fmla="*/ 338328 h 6565392"/>
              <a:gd name="connsiteX66" fmla="*/ 5330952 w 11247120"/>
              <a:gd name="connsiteY66" fmla="*/ 320040 h 6565392"/>
              <a:gd name="connsiteX67" fmla="*/ 4992624 w 11247120"/>
              <a:gd name="connsiteY67" fmla="*/ 612648 h 6565392"/>
              <a:gd name="connsiteX68" fmla="*/ 4471416 w 11247120"/>
              <a:gd name="connsiteY68" fmla="*/ 868680 h 6565392"/>
              <a:gd name="connsiteX69" fmla="*/ 3986784 w 11247120"/>
              <a:gd name="connsiteY69" fmla="*/ 850392 h 6565392"/>
              <a:gd name="connsiteX70" fmla="*/ 3328416 w 11247120"/>
              <a:gd name="connsiteY70" fmla="*/ 658368 h 6565392"/>
              <a:gd name="connsiteX71" fmla="*/ 2862072 w 11247120"/>
              <a:gd name="connsiteY71" fmla="*/ 923544 h 6565392"/>
              <a:gd name="connsiteX72" fmla="*/ 2267712 w 11247120"/>
              <a:gd name="connsiteY72" fmla="*/ 1042416 h 6565392"/>
              <a:gd name="connsiteX73" fmla="*/ 1856232 w 11247120"/>
              <a:gd name="connsiteY73" fmla="*/ 850392 h 6565392"/>
              <a:gd name="connsiteX74" fmla="*/ 1316736 w 11247120"/>
              <a:gd name="connsiteY74" fmla="*/ 713232 h 6565392"/>
              <a:gd name="connsiteX75" fmla="*/ 1170432 w 11247120"/>
              <a:gd name="connsiteY75" fmla="*/ 420624 h 6565392"/>
              <a:gd name="connsiteX76" fmla="*/ 896112 w 11247120"/>
              <a:gd name="connsiteY76" fmla="*/ 283464 h 6565392"/>
              <a:gd name="connsiteX77" fmla="*/ 475488 w 11247120"/>
              <a:gd name="connsiteY77" fmla="*/ 246888 h 6565392"/>
              <a:gd name="connsiteX78" fmla="*/ 347472 w 11247120"/>
              <a:gd name="connsiteY78" fmla="*/ 649224 h 6565392"/>
              <a:gd name="connsiteX79" fmla="*/ 557784 w 11247120"/>
              <a:gd name="connsiteY79" fmla="*/ 822960 h 6565392"/>
              <a:gd name="connsiteX80" fmla="*/ 0 w 11247120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0698480 w 11283696"/>
              <a:gd name="connsiteY51" fmla="*/ 2798064 h 6565392"/>
              <a:gd name="connsiteX52" fmla="*/ 10396728 w 11283696"/>
              <a:gd name="connsiteY52" fmla="*/ 24963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0698480 w 11283696"/>
              <a:gd name="connsiteY51" fmla="*/ 2798064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1237976 w 11283696"/>
              <a:gd name="connsiteY51" fmla="*/ 3310128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9802368 w 11283696"/>
              <a:gd name="connsiteY56" fmla="*/ 1316736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283696"/>
              <a:gd name="connsiteY0" fmla="*/ 502920 h 6565392"/>
              <a:gd name="connsiteX1" fmla="*/ 73152 w 11283696"/>
              <a:gd name="connsiteY1" fmla="*/ 777240 h 6565392"/>
              <a:gd name="connsiteX2" fmla="*/ 246888 w 11283696"/>
              <a:gd name="connsiteY2" fmla="*/ 932688 h 6565392"/>
              <a:gd name="connsiteX3" fmla="*/ 557784 w 11283696"/>
              <a:gd name="connsiteY3" fmla="*/ 1188720 h 6565392"/>
              <a:gd name="connsiteX4" fmla="*/ 978408 w 11283696"/>
              <a:gd name="connsiteY4" fmla="*/ 1426464 h 6565392"/>
              <a:gd name="connsiteX5" fmla="*/ 1280160 w 11283696"/>
              <a:gd name="connsiteY5" fmla="*/ 1463040 h 6565392"/>
              <a:gd name="connsiteX6" fmla="*/ 1581912 w 11283696"/>
              <a:gd name="connsiteY6" fmla="*/ 1856232 h 6565392"/>
              <a:gd name="connsiteX7" fmla="*/ 1591056 w 11283696"/>
              <a:gd name="connsiteY7" fmla="*/ 2295144 h 6565392"/>
              <a:gd name="connsiteX8" fmla="*/ 1527048 w 11283696"/>
              <a:gd name="connsiteY8" fmla="*/ 2523744 h 6565392"/>
              <a:gd name="connsiteX9" fmla="*/ 1435608 w 11283696"/>
              <a:gd name="connsiteY9" fmla="*/ 2706624 h 6565392"/>
              <a:gd name="connsiteX10" fmla="*/ 1344168 w 11283696"/>
              <a:gd name="connsiteY10" fmla="*/ 3154680 h 6565392"/>
              <a:gd name="connsiteX11" fmla="*/ 1499616 w 11283696"/>
              <a:gd name="connsiteY11" fmla="*/ 3703320 h 6565392"/>
              <a:gd name="connsiteX12" fmla="*/ 1298448 w 11283696"/>
              <a:gd name="connsiteY12" fmla="*/ 3968496 h 6565392"/>
              <a:gd name="connsiteX13" fmla="*/ 1042416 w 11283696"/>
              <a:gd name="connsiteY13" fmla="*/ 4517136 h 6565392"/>
              <a:gd name="connsiteX14" fmla="*/ 822960 w 11283696"/>
              <a:gd name="connsiteY14" fmla="*/ 5184648 h 6565392"/>
              <a:gd name="connsiteX15" fmla="*/ 640080 w 11283696"/>
              <a:gd name="connsiteY15" fmla="*/ 5340096 h 6565392"/>
              <a:gd name="connsiteX16" fmla="*/ 685800 w 11283696"/>
              <a:gd name="connsiteY16" fmla="*/ 5733288 h 6565392"/>
              <a:gd name="connsiteX17" fmla="*/ 722376 w 11283696"/>
              <a:gd name="connsiteY17" fmla="*/ 6190488 h 6565392"/>
              <a:gd name="connsiteX18" fmla="*/ 777240 w 11283696"/>
              <a:gd name="connsiteY18" fmla="*/ 6565392 h 6565392"/>
              <a:gd name="connsiteX19" fmla="*/ 850392 w 11283696"/>
              <a:gd name="connsiteY19" fmla="*/ 6025896 h 6565392"/>
              <a:gd name="connsiteX20" fmla="*/ 941832 w 11283696"/>
              <a:gd name="connsiteY20" fmla="*/ 5696712 h 6565392"/>
              <a:gd name="connsiteX21" fmla="*/ 786384 w 11283696"/>
              <a:gd name="connsiteY21" fmla="*/ 5559552 h 6565392"/>
              <a:gd name="connsiteX22" fmla="*/ 1499616 w 11283696"/>
              <a:gd name="connsiteY22" fmla="*/ 5212080 h 6565392"/>
              <a:gd name="connsiteX23" fmla="*/ 1700784 w 11283696"/>
              <a:gd name="connsiteY23" fmla="*/ 5705856 h 6565392"/>
              <a:gd name="connsiteX24" fmla="*/ 1975104 w 11283696"/>
              <a:gd name="connsiteY24" fmla="*/ 5010912 h 6565392"/>
              <a:gd name="connsiteX25" fmla="*/ 1819656 w 11283696"/>
              <a:gd name="connsiteY25" fmla="*/ 4818888 h 6565392"/>
              <a:gd name="connsiteX26" fmla="*/ 1956816 w 11283696"/>
              <a:gd name="connsiteY26" fmla="*/ 4398264 h 6565392"/>
              <a:gd name="connsiteX27" fmla="*/ 2505456 w 11283696"/>
              <a:gd name="connsiteY27" fmla="*/ 5084064 h 6565392"/>
              <a:gd name="connsiteX28" fmla="*/ 2843784 w 11283696"/>
              <a:gd name="connsiteY28" fmla="*/ 5907024 h 6565392"/>
              <a:gd name="connsiteX29" fmla="*/ 3118104 w 11283696"/>
              <a:gd name="connsiteY29" fmla="*/ 6025896 h 6565392"/>
              <a:gd name="connsiteX30" fmla="*/ 3685032 w 11283696"/>
              <a:gd name="connsiteY30" fmla="*/ 5971032 h 6565392"/>
              <a:gd name="connsiteX31" fmla="*/ 4233672 w 11283696"/>
              <a:gd name="connsiteY31" fmla="*/ 5751576 h 6565392"/>
              <a:gd name="connsiteX32" fmla="*/ 4828032 w 11283696"/>
              <a:gd name="connsiteY32" fmla="*/ 5586984 h 6565392"/>
              <a:gd name="connsiteX33" fmla="*/ 5148072 w 11283696"/>
              <a:gd name="connsiteY33" fmla="*/ 5394960 h 6565392"/>
              <a:gd name="connsiteX34" fmla="*/ 5468112 w 11283696"/>
              <a:gd name="connsiteY34" fmla="*/ 4873752 h 6565392"/>
              <a:gd name="connsiteX35" fmla="*/ 5660136 w 11283696"/>
              <a:gd name="connsiteY35" fmla="*/ 4617720 h 6565392"/>
              <a:gd name="connsiteX36" fmla="*/ 5925312 w 11283696"/>
              <a:gd name="connsiteY36" fmla="*/ 4480560 h 6565392"/>
              <a:gd name="connsiteX37" fmla="*/ 6601968 w 11283696"/>
              <a:gd name="connsiteY37" fmla="*/ 4434840 h 6565392"/>
              <a:gd name="connsiteX38" fmla="*/ 6949440 w 11283696"/>
              <a:gd name="connsiteY38" fmla="*/ 4453128 h 6565392"/>
              <a:gd name="connsiteX39" fmla="*/ 7333488 w 11283696"/>
              <a:gd name="connsiteY39" fmla="*/ 4608576 h 6565392"/>
              <a:gd name="connsiteX40" fmla="*/ 7635240 w 11283696"/>
              <a:gd name="connsiteY40" fmla="*/ 5065776 h 6565392"/>
              <a:gd name="connsiteX41" fmla="*/ 8266176 w 11283696"/>
              <a:gd name="connsiteY41" fmla="*/ 5175504 h 6565392"/>
              <a:gd name="connsiteX42" fmla="*/ 8604504 w 11283696"/>
              <a:gd name="connsiteY42" fmla="*/ 5084064 h 6565392"/>
              <a:gd name="connsiteX43" fmla="*/ 8695944 w 11283696"/>
              <a:gd name="connsiteY43" fmla="*/ 5047488 h 6565392"/>
              <a:gd name="connsiteX44" fmla="*/ 9180576 w 11283696"/>
              <a:gd name="connsiteY44" fmla="*/ 4864608 h 6565392"/>
              <a:gd name="connsiteX45" fmla="*/ 9464040 w 11283696"/>
              <a:gd name="connsiteY45" fmla="*/ 4645152 h 6565392"/>
              <a:gd name="connsiteX46" fmla="*/ 10012680 w 11283696"/>
              <a:gd name="connsiteY46" fmla="*/ 4416552 h 6565392"/>
              <a:gd name="connsiteX47" fmla="*/ 10305288 w 11283696"/>
              <a:gd name="connsiteY47" fmla="*/ 4270248 h 6565392"/>
              <a:gd name="connsiteX48" fmla="*/ 10735056 w 11283696"/>
              <a:gd name="connsiteY48" fmla="*/ 4160520 h 6565392"/>
              <a:gd name="connsiteX49" fmla="*/ 10945368 w 11283696"/>
              <a:gd name="connsiteY49" fmla="*/ 4105656 h 6565392"/>
              <a:gd name="connsiteX50" fmla="*/ 11247120 w 11283696"/>
              <a:gd name="connsiteY50" fmla="*/ 3913632 h 6565392"/>
              <a:gd name="connsiteX51" fmla="*/ 11237976 w 11283696"/>
              <a:gd name="connsiteY51" fmla="*/ 3310128 h 6565392"/>
              <a:gd name="connsiteX52" fmla="*/ 11082528 w 11283696"/>
              <a:gd name="connsiteY52" fmla="*/ 2724912 h 6565392"/>
              <a:gd name="connsiteX53" fmla="*/ 11283696 w 11283696"/>
              <a:gd name="connsiteY53" fmla="*/ 2487168 h 6565392"/>
              <a:gd name="connsiteX54" fmla="*/ 10872216 w 11283696"/>
              <a:gd name="connsiteY54" fmla="*/ 1764792 h 6565392"/>
              <a:gd name="connsiteX55" fmla="*/ 11137392 w 11283696"/>
              <a:gd name="connsiteY55" fmla="*/ 859536 h 6565392"/>
              <a:gd name="connsiteX56" fmla="*/ 10936224 w 11283696"/>
              <a:gd name="connsiteY56" fmla="*/ 566928 h 6565392"/>
              <a:gd name="connsiteX57" fmla="*/ 10140696 w 11283696"/>
              <a:gd name="connsiteY57" fmla="*/ 128016 h 6565392"/>
              <a:gd name="connsiteX58" fmla="*/ 9930384 w 11283696"/>
              <a:gd name="connsiteY58" fmla="*/ 0 h 6565392"/>
              <a:gd name="connsiteX59" fmla="*/ 9390888 w 11283696"/>
              <a:gd name="connsiteY59" fmla="*/ 82296 h 6565392"/>
              <a:gd name="connsiteX60" fmla="*/ 8942832 w 11283696"/>
              <a:gd name="connsiteY60" fmla="*/ 201168 h 6565392"/>
              <a:gd name="connsiteX61" fmla="*/ 8293608 w 11283696"/>
              <a:gd name="connsiteY61" fmla="*/ 292608 h 6565392"/>
              <a:gd name="connsiteX62" fmla="*/ 7626096 w 11283696"/>
              <a:gd name="connsiteY62" fmla="*/ 356616 h 6565392"/>
              <a:gd name="connsiteX63" fmla="*/ 7269480 w 11283696"/>
              <a:gd name="connsiteY63" fmla="*/ 521208 h 6565392"/>
              <a:gd name="connsiteX64" fmla="*/ 6665976 w 11283696"/>
              <a:gd name="connsiteY64" fmla="*/ 649224 h 6565392"/>
              <a:gd name="connsiteX65" fmla="*/ 6144768 w 11283696"/>
              <a:gd name="connsiteY65" fmla="*/ 338328 h 6565392"/>
              <a:gd name="connsiteX66" fmla="*/ 5330952 w 11283696"/>
              <a:gd name="connsiteY66" fmla="*/ 320040 h 6565392"/>
              <a:gd name="connsiteX67" fmla="*/ 4992624 w 11283696"/>
              <a:gd name="connsiteY67" fmla="*/ 612648 h 6565392"/>
              <a:gd name="connsiteX68" fmla="*/ 4471416 w 11283696"/>
              <a:gd name="connsiteY68" fmla="*/ 868680 h 6565392"/>
              <a:gd name="connsiteX69" fmla="*/ 3986784 w 11283696"/>
              <a:gd name="connsiteY69" fmla="*/ 850392 h 6565392"/>
              <a:gd name="connsiteX70" fmla="*/ 3328416 w 11283696"/>
              <a:gd name="connsiteY70" fmla="*/ 658368 h 6565392"/>
              <a:gd name="connsiteX71" fmla="*/ 2862072 w 11283696"/>
              <a:gd name="connsiteY71" fmla="*/ 923544 h 6565392"/>
              <a:gd name="connsiteX72" fmla="*/ 2267712 w 11283696"/>
              <a:gd name="connsiteY72" fmla="*/ 1042416 h 6565392"/>
              <a:gd name="connsiteX73" fmla="*/ 1856232 w 11283696"/>
              <a:gd name="connsiteY73" fmla="*/ 850392 h 6565392"/>
              <a:gd name="connsiteX74" fmla="*/ 1316736 w 11283696"/>
              <a:gd name="connsiteY74" fmla="*/ 713232 h 6565392"/>
              <a:gd name="connsiteX75" fmla="*/ 1170432 w 11283696"/>
              <a:gd name="connsiteY75" fmla="*/ 420624 h 6565392"/>
              <a:gd name="connsiteX76" fmla="*/ 896112 w 11283696"/>
              <a:gd name="connsiteY76" fmla="*/ 283464 h 6565392"/>
              <a:gd name="connsiteX77" fmla="*/ 475488 w 11283696"/>
              <a:gd name="connsiteY77" fmla="*/ 246888 h 6565392"/>
              <a:gd name="connsiteX78" fmla="*/ 347472 w 11283696"/>
              <a:gd name="connsiteY78" fmla="*/ 649224 h 6565392"/>
              <a:gd name="connsiteX79" fmla="*/ 557784 w 11283696"/>
              <a:gd name="connsiteY79" fmla="*/ 822960 h 6565392"/>
              <a:gd name="connsiteX80" fmla="*/ 0 w 11283696"/>
              <a:gd name="connsiteY80" fmla="*/ 502920 h 6565392"/>
              <a:gd name="connsiteX0" fmla="*/ 0 w 11484864"/>
              <a:gd name="connsiteY0" fmla="*/ 502920 h 6565392"/>
              <a:gd name="connsiteX1" fmla="*/ 73152 w 11484864"/>
              <a:gd name="connsiteY1" fmla="*/ 777240 h 6565392"/>
              <a:gd name="connsiteX2" fmla="*/ 246888 w 11484864"/>
              <a:gd name="connsiteY2" fmla="*/ 932688 h 6565392"/>
              <a:gd name="connsiteX3" fmla="*/ 557784 w 11484864"/>
              <a:gd name="connsiteY3" fmla="*/ 1188720 h 6565392"/>
              <a:gd name="connsiteX4" fmla="*/ 978408 w 11484864"/>
              <a:gd name="connsiteY4" fmla="*/ 1426464 h 6565392"/>
              <a:gd name="connsiteX5" fmla="*/ 1280160 w 11484864"/>
              <a:gd name="connsiteY5" fmla="*/ 1463040 h 6565392"/>
              <a:gd name="connsiteX6" fmla="*/ 1581912 w 11484864"/>
              <a:gd name="connsiteY6" fmla="*/ 1856232 h 6565392"/>
              <a:gd name="connsiteX7" fmla="*/ 1591056 w 11484864"/>
              <a:gd name="connsiteY7" fmla="*/ 2295144 h 6565392"/>
              <a:gd name="connsiteX8" fmla="*/ 1527048 w 11484864"/>
              <a:gd name="connsiteY8" fmla="*/ 2523744 h 6565392"/>
              <a:gd name="connsiteX9" fmla="*/ 1435608 w 11484864"/>
              <a:gd name="connsiteY9" fmla="*/ 2706624 h 6565392"/>
              <a:gd name="connsiteX10" fmla="*/ 1344168 w 11484864"/>
              <a:gd name="connsiteY10" fmla="*/ 3154680 h 6565392"/>
              <a:gd name="connsiteX11" fmla="*/ 1499616 w 11484864"/>
              <a:gd name="connsiteY11" fmla="*/ 3703320 h 6565392"/>
              <a:gd name="connsiteX12" fmla="*/ 1298448 w 11484864"/>
              <a:gd name="connsiteY12" fmla="*/ 3968496 h 6565392"/>
              <a:gd name="connsiteX13" fmla="*/ 1042416 w 11484864"/>
              <a:gd name="connsiteY13" fmla="*/ 4517136 h 6565392"/>
              <a:gd name="connsiteX14" fmla="*/ 822960 w 11484864"/>
              <a:gd name="connsiteY14" fmla="*/ 5184648 h 6565392"/>
              <a:gd name="connsiteX15" fmla="*/ 640080 w 11484864"/>
              <a:gd name="connsiteY15" fmla="*/ 5340096 h 6565392"/>
              <a:gd name="connsiteX16" fmla="*/ 685800 w 11484864"/>
              <a:gd name="connsiteY16" fmla="*/ 5733288 h 6565392"/>
              <a:gd name="connsiteX17" fmla="*/ 722376 w 11484864"/>
              <a:gd name="connsiteY17" fmla="*/ 6190488 h 6565392"/>
              <a:gd name="connsiteX18" fmla="*/ 777240 w 11484864"/>
              <a:gd name="connsiteY18" fmla="*/ 6565392 h 6565392"/>
              <a:gd name="connsiteX19" fmla="*/ 850392 w 11484864"/>
              <a:gd name="connsiteY19" fmla="*/ 6025896 h 6565392"/>
              <a:gd name="connsiteX20" fmla="*/ 941832 w 11484864"/>
              <a:gd name="connsiteY20" fmla="*/ 5696712 h 6565392"/>
              <a:gd name="connsiteX21" fmla="*/ 786384 w 11484864"/>
              <a:gd name="connsiteY21" fmla="*/ 5559552 h 6565392"/>
              <a:gd name="connsiteX22" fmla="*/ 1499616 w 11484864"/>
              <a:gd name="connsiteY22" fmla="*/ 5212080 h 6565392"/>
              <a:gd name="connsiteX23" fmla="*/ 1700784 w 11484864"/>
              <a:gd name="connsiteY23" fmla="*/ 5705856 h 6565392"/>
              <a:gd name="connsiteX24" fmla="*/ 1975104 w 11484864"/>
              <a:gd name="connsiteY24" fmla="*/ 5010912 h 6565392"/>
              <a:gd name="connsiteX25" fmla="*/ 1819656 w 11484864"/>
              <a:gd name="connsiteY25" fmla="*/ 4818888 h 6565392"/>
              <a:gd name="connsiteX26" fmla="*/ 1956816 w 11484864"/>
              <a:gd name="connsiteY26" fmla="*/ 4398264 h 6565392"/>
              <a:gd name="connsiteX27" fmla="*/ 2505456 w 11484864"/>
              <a:gd name="connsiteY27" fmla="*/ 5084064 h 6565392"/>
              <a:gd name="connsiteX28" fmla="*/ 2843784 w 11484864"/>
              <a:gd name="connsiteY28" fmla="*/ 5907024 h 6565392"/>
              <a:gd name="connsiteX29" fmla="*/ 3118104 w 11484864"/>
              <a:gd name="connsiteY29" fmla="*/ 6025896 h 6565392"/>
              <a:gd name="connsiteX30" fmla="*/ 3685032 w 11484864"/>
              <a:gd name="connsiteY30" fmla="*/ 5971032 h 6565392"/>
              <a:gd name="connsiteX31" fmla="*/ 4233672 w 11484864"/>
              <a:gd name="connsiteY31" fmla="*/ 5751576 h 6565392"/>
              <a:gd name="connsiteX32" fmla="*/ 4828032 w 11484864"/>
              <a:gd name="connsiteY32" fmla="*/ 5586984 h 6565392"/>
              <a:gd name="connsiteX33" fmla="*/ 5148072 w 11484864"/>
              <a:gd name="connsiteY33" fmla="*/ 5394960 h 6565392"/>
              <a:gd name="connsiteX34" fmla="*/ 5468112 w 11484864"/>
              <a:gd name="connsiteY34" fmla="*/ 4873752 h 6565392"/>
              <a:gd name="connsiteX35" fmla="*/ 5660136 w 11484864"/>
              <a:gd name="connsiteY35" fmla="*/ 4617720 h 6565392"/>
              <a:gd name="connsiteX36" fmla="*/ 5925312 w 11484864"/>
              <a:gd name="connsiteY36" fmla="*/ 4480560 h 6565392"/>
              <a:gd name="connsiteX37" fmla="*/ 6601968 w 11484864"/>
              <a:gd name="connsiteY37" fmla="*/ 4434840 h 6565392"/>
              <a:gd name="connsiteX38" fmla="*/ 6949440 w 11484864"/>
              <a:gd name="connsiteY38" fmla="*/ 4453128 h 6565392"/>
              <a:gd name="connsiteX39" fmla="*/ 7333488 w 11484864"/>
              <a:gd name="connsiteY39" fmla="*/ 4608576 h 6565392"/>
              <a:gd name="connsiteX40" fmla="*/ 7635240 w 11484864"/>
              <a:gd name="connsiteY40" fmla="*/ 5065776 h 6565392"/>
              <a:gd name="connsiteX41" fmla="*/ 8266176 w 11484864"/>
              <a:gd name="connsiteY41" fmla="*/ 5175504 h 6565392"/>
              <a:gd name="connsiteX42" fmla="*/ 8604504 w 11484864"/>
              <a:gd name="connsiteY42" fmla="*/ 5084064 h 6565392"/>
              <a:gd name="connsiteX43" fmla="*/ 8695944 w 11484864"/>
              <a:gd name="connsiteY43" fmla="*/ 5047488 h 6565392"/>
              <a:gd name="connsiteX44" fmla="*/ 9180576 w 11484864"/>
              <a:gd name="connsiteY44" fmla="*/ 4864608 h 6565392"/>
              <a:gd name="connsiteX45" fmla="*/ 9464040 w 11484864"/>
              <a:gd name="connsiteY45" fmla="*/ 4645152 h 6565392"/>
              <a:gd name="connsiteX46" fmla="*/ 10012680 w 11484864"/>
              <a:gd name="connsiteY46" fmla="*/ 4416552 h 6565392"/>
              <a:gd name="connsiteX47" fmla="*/ 10305288 w 11484864"/>
              <a:gd name="connsiteY47" fmla="*/ 4270248 h 6565392"/>
              <a:gd name="connsiteX48" fmla="*/ 10735056 w 11484864"/>
              <a:gd name="connsiteY48" fmla="*/ 4160520 h 6565392"/>
              <a:gd name="connsiteX49" fmla="*/ 10945368 w 11484864"/>
              <a:gd name="connsiteY49" fmla="*/ 4105656 h 6565392"/>
              <a:gd name="connsiteX50" fmla="*/ 11247120 w 11484864"/>
              <a:gd name="connsiteY50" fmla="*/ 3913632 h 6565392"/>
              <a:gd name="connsiteX51" fmla="*/ 11237976 w 11484864"/>
              <a:gd name="connsiteY51" fmla="*/ 3310128 h 6565392"/>
              <a:gd name="connsiteX52" fmla="*/ 11082528 w 11484864"/>
              <a:gd name="connsiteY52" fmla="*/ 2724912 h 6565392"/>
              <a:gd name="connsiteX53" fmla="*/ 11283696 w 11484864"/>
              <a:gd name="connsiteY53" fmla="*/ 2487168 h 6565392"/>
              <a:gd name="connsiteX54" fmla="*/ 10872216 w 11484864"/>
              <a:gd name="connsiteY54" fmla="*/ 1764792 h 6565392"/>
              <a:gd name="connsiteX55" fmla="*/ 11137392 w 11484864"/>
              <a:gd name="connsiteY55" fmla="*/ 859536 h 6565392"/>
              <a:gd name="connsiteX56" fmla="*/ 10936224 w 11484864"/>
              <a:gd name="connsiteY56" fmla="*/ 566928 h 6565392"/>
              <a:gd name="connsiteX57" fmla="*/ 11484864 w 11484864"/>
              <a:gd name="connsiteY57" fmla="*/ 329184 h 6565392"/>
              <a:gd name="connsiteX58" fmla="*/ 9930384 w 11484864"/>
              <a:gd name="connsiteY58" fmla="*/ 0 h 6565392"/>
              <a:gd name="connsiteX59" fmla="*/ 9390888 w 11484864"/>
              <a:gd name="connsiteY59" fmla="*/ 82296 h 6565392"/>
              <a:gd name="connsiteX60" fmla="*/ 8942832 w 11484864"/>
              <a:gd name="connsiteY60" fmla="*/ 201168 h 6565392"/>
              <a:gd name="connsiteX61" fmla="*/ 8293608 w 11484864"/>
              <a:gd name="connsiteY61" fmla="*/ 292608 h 6565392"/>
              <a:gd name="connsiteX62" fmla="*/ 7626096 w 11484864"/>
              <a:gd name="connsiteY62" fmla="*/ 356616 h 6565392"/>
              <a:gd name="connsiteX63" fmla="*/ 7269480 w 11484864"/>
              <a:gd name="connsiteY63" fmla="*/ 521208 h 6565392"/>
              <a:gd name="connsiteX64" fmla="*/ 6665976 w 11484864"/>
              <a:gd name="connsiteY64" fmla="*/ 649224 h 6565392"/>
              <a:gd name="connsiteX65" fmla="*/ 6144768 w 11484864"/>
              <a:gd name="connsiteY65" fmla="*/ 338328 h 6565392"/>
              <a:gd name="connsiteX66" fmla="*/ 5330952 w 11484864"/>
              <a:gd name="connsiteY66" fmla="*/ 320040 h 6565392"/>
              <a:gd name="connsiteX67" fmla="*/ 4992624 w 11484864"/>
              <a:gd name="connsiteY67" fmla="*/ 612648 h 6565392"/>
              <a:gd name="connsiteX68" fmla="*/ 4471416 w 11484864"/>
              <a:gd name="connsiteY68" fmla="*/ 868680 h 6565392"/>
              <a:gd name="connsiteX69" fmla="*/ 3986784 w 11484864"/>
              <a:gd name="connsiteY69" fmla="*/ 850392 h 6565392"/>
              <a:gd name="connsiteX70" fmla="*/ 3328416 w 11484864"/>
              <a:gd name="connsiteY70" fmla="*/ 658368 h 6565392"/>
              <a:gd name="connsiteX71" fmla="*/ 2862072 w 11484864"/>
              <a:gd name="connsiteY71" fmla="*/ 923544 h 6565392"/>
              <a:gd name="connsiteX72" fmla="*/ 2267712 w 11484864"/>
              <a:gd name="connsiteY72" fmla="*/ 1042416 h 6565392"/>
              <a:gd name="connsiteX73" fmla="*/ 1856232 w 11484864"/>
              <a:gd name="connsiteY73" fmla="*/ 850392 h 6565392"/>
              <a:gd name="connsiteX74" fmla="*/ 1316736 w 11484864"/>
              <a:gd name="connsiteY74" fmla="*/ 713232 h 6565392"/>
              <a:gd name="connsiteX75" fmla="*/ 1170432 w 11484864"/>
              <a:gd name="connsiteY75" fmla="*/ 420624 h 6565392"/>
              <a:gd name="connsiteX76" fmla="*/ 896112 w 11484864"/>
              <a:gd name="connsiteY76" fmla="*/ 283464 h 6565392"/>
              <a:gd name="connsiteX77" fmla="*/ 475488 w 11484864"/>
              <a:gd name="connsiteY77" fmla="*/ 246888 h 6565392"/>
              <a:gd name="connsiteX78" fmla="*/ 347472 w 11484864"/>
              <a:gd name="connsiteY78" fmla="*/ 649224 h 6565392"/>
              <a:gd name="connsiteX79" fmla="*/ 557784 w 11484864"/>
              <a:gd name="connsiteY79" fmla="*/ 822960 h 6565392"/>
              <a:gd name="connsiteX80" fmla="*/ 0 w 11484864"/>
              <a:gd name="connsiteY80" fmla="*/ 502920 h 65653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11484864" h="6565392">
                <a:moveTo>
                  <a:pt x="0" y="502920"/>
                </a:moveTo>
                <a:lnTo>
                  <a:pt x="73152" y="777240"/>
                </a:lnTo>
                <a:lnTo>
                  <a:pt x="246888" y="932688"/>
                </a:lnTo>
                <a:lnTo>
                  <a:pt x="557784" y="1188720"/>
                </a:lnTo>
                <a:lnTo>
                  <a:pt x="978408" y="1426464"/>
                </a:lnTo>
                <a:lnTo>
                  <a:pt x="1280160" y="1463040"/>
                </a:lnTo>
                <a:lnTo>
                  <a:pt x="1581912" y="1856232"/>
                </a:lnTo>
                <a:lnTo>
                  <a:pt x="1591056" y="2295144"/>
                </a:lnTo>
                <a:lnTo>
                  <a:pt x="1527048" y="2523744"/>
                </a:lnTo>
                <a:lnTo>
                  <a:pt x="1435608" y="2706624"/>
                </a:lnTo>
                <a:lnTo>
                  <a:pt x="1344168" y="3154680"/>
                </a:lnTo>
                <a:lnTo>
                  <a:pt x="1499616" y="3703320"/>
                </a:lnTo>
                <a:lnTo>
                  <a:pt x="1298448" y="3968496"/>
                </a:lnTo>
                <a:lnTo>
                  <a:pt x="1042416" y="4517136"/>
                </a:lnTo>
                <a:lnTo>
                  <a:pt x="822960" y="5184648"/>
                </a:lnTo>
                <a:lnTo>
                  <a:pt x="640080" y="5340096"/>
                </a:lnTo>
                <a:lnTo>
                  <a:pt x="685800" y="5733288"/>
                </a:lnTo>
                <a:lnTo>
                  <a:pt x="722376" y="6190488"/>
                </a:lnTo>
                <a:lnTo>
                  <a:pt x="777240" y="6565392"/>
                </a:lnTo>
                <a:lnTo>
                  <a:pt x="850392" y="6025896"/>
                </a:lnTo>
                <a:lnTo>
                  <a:pt x="941832" y="5696712"/>
                </a:lnTo>
                <a:lnTo>
                  <a:pt x="786384" y="5559552"/>
                </a:lnTo>
                <a:lnTo>
                  <a:pt x="1499616" y="5212080"/>
                </a:lnTo>
                <a:lnTo>
                  <a:pt x="1700784" y="5705856"/>
                </a:lnTo>
                <a:lnTo>
                  <a:pt x="1975104" y="5010912"/>
                </a:lnTo>
                <a:lnTo>
                  <a:pt x="1819656" y="4818888"/>
                </a:lnTo>
                <a:lnTo>
                  <a:pt x="1956816" y="4398264"/>
                </a:lnTo>
                <a:lnTo>
                  <a:pt x="2505456" y="5084064"/>
                </a:lnTo>
                <a:lnTo>
                  <a:pt x="2843784" y="5907024"/>
                </a:lnTo>
                <a:lnTo>
                  <a:pt x="3118104" y="6025896"/>
                </a:lnTo>
                <a:lnTo>
                  <a:pt x="3685032" y="5971032"/>
                </a:lnTo>
                <a:lnTo>
                  <a:pt x="4233672" y="5751576"/>
                </a:lnTo>
                <a:lnTo>
                  <a:pt x="4828032" y="5586984"/>
                </a:lnTo>
                <a:lnTo>
                  <a:pt x="5148072" y="5394960"/>
                </a:lnTo>
                <a:lnTo>
                  <a:pt x="5468112" y="4873752"/>
                </a:lnTo>
                <a:lnTo>
                  <a:pt x="5660136" y="4617720"/>
                </a:lnTo>
                <a:lnTo>
                  <a:pt x="5925312" y="4480560"/>
                </a:lnTo>
                <a:lnTo>
                  <a:pt x="6601968" y="4434840"/>
                </a:lnTo>
                <a:cubicBezTo>
                  <a:pt x="6820986" y="4460607"/>
                  <a:pt x="6705243" y="4453128"/>
                  <a:pt x="6949440" y="4453128"/>
                </a:cubicBezTo>
                <a:lnTo>
                  <a:pt x="7333488" y="4608576"/>
                </a:lnTo>
                <a:lnTo>
                  <a:pt x="7635240" y="5065776"/>
                </a:lnTo>
                <a:lnTo>
                  <a:pt x="8266176" y="5175504"/>
                </a:lnTo>
                <a:lnTo>
                  <a:pt x="8604504" y="5084064"/>
                </a:lnTo>
                <a:cubicBezTo>
                  <a:pt x="8684038" y="5054239"/>
                  <a:pt x="8654363" y="5068278"/>
                  <a:pt x="8695944" y="5047488"/>
                </a:cubicBezTo>
                <a:lnTo>
                  <a:pt x="9180576" y="4864608"/>
                </a:lnTo>
                <a:lnTo>
                  <a:pt x="9464040" y="4645152"/>
                </a:lnTo>
                <a:lnTo>
                  <a:pt x="10012680" y="4416552"/>
                </a:lnTo>
                <a:lnTo>
                  <a:pt x="10305288" y="4270248"/>
                </a:lnTo>
                <a:lnTo>
                  <a:pt x="10735056" y="4160520"/>
                </a:lnTo>
                <a:lnTo>
                  <a:pt x="10945368" y="4105656"/>
                </a:lnTo>
                <a:lnTo>
                  <a:pt x="11247120" y="3913632"/>
                </a:lnTo>
                <a:lnTo>
                  <a:pt x="11237976" y="3310128"/>
                </a:lnTo>
                <a:lnTo>
                  <a:pt x="11082528" y="2724912"/>
                </a:lnTo>
                <a:lnTo>
                  <a:pt x="11283696" y="2487168"/>
                </a:lnTo>
                <a:lnTo>
                  <a:pt x="10872216" y="1764792"/>
                </a:lnTo>
                <a:lnTo>
                  <a:pt x="11137392" y="859536"/>
                </a:lnTo>
                <a:lnTo>
                  <a:pt x="10936224" y="566928"/>
                </a:lnTo>
                <a:lnTo>
                  <a:pt x="11484864" y="329184"/>
                </a:lnTo>
                <a:lnTo>
                  <a:pt x="9930384" y="0"/>
                </a:lnTo>
                <a:lnTo>
                  <a:pt x="9390888" y="82296"/>
                </a:lnTo>
                <a:lnTo>
                  <a:pt x="8942832" y="201168"/>
                </a:lnTo>
                <a:lnTo>
                  <a:pt x="8293608" y="292608"/>
                </a:lnTo>
                <a:lnTo>
                  <a:pt x="7626096" y="356616"/>
                </a:lnTo>
                <a:lnTo>
                  <a:pt x="7269480" y="521208"/>
                </a:lnTo>
                <a:lnTo>
                  <a:pt x="6665976" y="649224"/>
                </a:lnTo>
                <a:lnTo>
                  <a:pt x="6144768" y="338328"/>
                </a:lnTo>
                <a:lnTo>
                  <a:pt x="5330952" y="320040"/>
                </a:lnTo>
                <a:lnTo>
                  <a:pt x="4992624" y="612648"/>
                </a:lnTo>
                <a:lnTo>
                  <a:pt x="4471416" y="868680"/>
                </a:lnTo>
                <a:lnTo>
                  <a:pt x="3986784" y="850392"/>
                </a:lnTo>
                <a:lnTo>
                  <a:pt x="3328416" y="658368"/>
                </a:lnTo>
                <a:lnTo>
                  <a:pt x="2862072" y="923544"/>
                </a:lnTo>
                <a:lnTo>
                  <a:pt x="2267712" y="1042416"/>
                </a:lnTo>
                <a:lnTo>
                  <a:pt x="1856232" y="850392"/>
                </a:lnTo>
                <a:lnTo>
                  <a:pt x="1316736" y="713232"/>
                </a:lnTo>
                <a:lnTo>
                  <a:pt x="1170432" y="420624"/>
                </a:lnTo>
                <a:lnTo>
                  <a:pt x="896112" y="283464"/>
                </a:lnTo>
                <a:lnTo>
                  <a:pt x="475488" y="246888"/>
                </a:lnTo>
                <a:lnTo>
                  <a:pt x="347472" y="649224"/>
                </a:lnTo>
                <a:lnTo>
                  <a:pt x="557784" y="822960"/>
                </a:lnTo>
                <a:lnTo>
                  <a:pt x="0" y="502920"/>
                </a:lnTo>
                <a:close/>
              </a:path>
            </a:pathLst>
          </a:cu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1" name="直接连接符 20"/>
          <p:cNvCxnSpPr>
            <a:stCxn id="7" idx="11"/>
            <a:endCxn id="7" idx="26"/>
          </p:cNvCxnSpPr>
          <p:nvPr/>
        </p:nvCxnSpPr>
        <p:spPr>
          <a:xfrm>
            <a:off x="1618488" y="3995928"/>
            <a:ext cx="457200" cy="6949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连接符 23"/>
          <p:cNvCxnSpPr>
            <a:stCxn id="7" idx="7"/>
          </p:cNvCxnSpPr>
          <p:nvPr/>
        </p:nvCxnSpPr>
        <p:spPr>
          <a:xfrm>
            <a:off x="1709928" y="2587752"/>
            <a:ext cx="1737360" cy="2468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/>
          <p:cNvCxnSpPr>
            <a:endCxn id="7" idx="64"/>
          </p:cNvCxnSpPr>
          <p:nvPr/>
        </p:nvCxnSpPr>
        <p:spPr>
          <a:xfrm flipV="1">
            <a:off x="3474720" y="941832"/>
            <a:ext cx="3310128" cy="18745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endCxn id="7" idx="27"/>
          </p:cNvCxnSpPr>
          <p:nvPr/>
        </p:nvCxnSpPr>
        <p:spPr>
          <a:xfrm flipH="1">
            <a:off x="2624328" y="2834640"/>
            <a:ext cx="905256" cy="2542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endCxn id="7" idx="36"/>
          </p:cNvCxnSpPr>
          <p:nvPr/>
        </p:nvCxnSpPr>
        <p:spPr>
          <a:xfrm>
            <a:off x="3575304" y="2834640"/>
            <a:ext cx="2468880" cy="19385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/>
          <p:cNvCxnSpPr>
            <a:stCxn id="7" idx="27"/>
            <a:endCxn id="7" idx="34"/>
          </p:cNvCxnSpPr>
          <p:nvPr/>
        </p:nvCxnSpPr>
        <p:spPr>
          <a:xfrm flipV="1">
            <a:off x="2624328" y="5166360"/>
            <a:ext cx="2962656" cy="2103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 flipV="1">
            <a:off x="3602736" y="1700784"/>
            <a:ext cx="3968496" cy="11155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8193024" y="1234440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>
            <a:endCxn id="7" idx="57"/>
          </p:cNvCxnSpPr>
          <p:nvPr/>
        </p:nvCxnSpPr>
        <p:spPr>
          <a:xfrm flipV="1">
            <a:off x="7498080" y="621792"/>
            <a:ext cx="4105656" cy="1078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endCxn id="7" idx="54"/>
          </p:cNvCxnSpPr>
          <p:nvPr/>
        </p:nvCxnSpPr>
        <p:spPr>
          <a:xfrm>
            <a:off x="7571232" y="1700784"/>
            <a:ext cx="3419856" cy="3566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>
            <a:stCxn id="7" idx="50"/>
          </p:cNvCxnSpPr>
          <p:nvPr/>
        </p:nvCxnSpPr>
        <p:spPr>
          <a:xfrm flipH="1" flipV="1">
            <a:off x="6153912" y="2121408"/>
            <a:ext cx="5212080" cy="20848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等腰三角形 52"/>
          <p:cNvSpPr/>
          <p:nvPr/>
        </p:nvSpPr>
        <p:spPr>
          <a:xfrm rot="239198">
            <a:off x="9419802" y="1881832"/>
            <a:ext cx="1552486" cy="94283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等腰三角形 53"/>
          <p:cNvSpPr/>
          <p:nvPr/>
        </p:nvSpPr>
        <p:spPr>
          <a:xfrm rot="7747996">
            <a:off x="7597742" y="1470534"/>
            <a:ext cx="537359" cy="32389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等腰三角形 54"/>
          <p:cNvSpPr/>
          <p:nvPr/>
        </p:nvSpPr>
        <p:spPr>
          <a:xfrm rot="7747996">
            <a:off x="7892930" y="1406526"/>
            <a:ext cx="537359" cy="323892"/>
          </a:xfrm>
          <a:prstGeom prst="triangl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连接符 56"/>
          <p:cNvCxnSpPr>
            <a:stCxn id="7" idx="37"/>
          </p:cNvCxnSpPr>
          <p:nvPr/>
        </p:nvCxnSpPr>
        <p:spPr>
          <a:xfrm flipV="1">
            <a:off x="6720840" y="3328416"/>
            <a:ext cx="2459736" cy="13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3584448" y="2711196"/>
            <a:ext cx="4114800" cy="1234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7662672" y="2736342"/>
            <a:ext cx="288036" cy="12870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文本框 61"/>
          <p:cNvSpPr txBox="1"/>
          <p:nvPr/>
        </p:nvSpPr>
        <p:spPr>
          <a:xfrm>
            <a:off x="2203704" y="1632480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蛮族冰原</a:t>
            </a:r>
            <a:endParaRPr lang="zh-CN" altLang="en-US" dirty="0"/>
          </a:p>
        </p:txBody>
      </p:sp>
      <p:sp>
        <p:nvSpPr>
          <p:cNvPr id="63" name="文本框 62"/>
          <p:cNvSpPr txBox="1"/>
          <p:nvPr/>
        </p:nvSpPr>
        <p:spPr>
          <a:xfrm>
            <a:off x="6309360" y="1299447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</a:t>
            </a:r>
            <a:r>
              <a:rPr lang="zh-CN" altLang="en-US" dirty="0" smtClean="0"/>
              <a:t>城辖地</a:t>
            </a:r>
            <a:endParaRPr lang="zh-CN" altLang="en-US" dirty="0"/>
          </a:p>
        </p:txBody>
      </p:sp>
      <p:sp>
        <p:nvSpPr>
          <p:cNvPr id="64" name="圆角矩形 63"/>
          <p:cNvSpPr/>
          <p:nvPr/>
        </p:nvSpPr>
        <p:spPr>
          <a:xfrm>
            <a:off x="7498080" y="859536"/>
            <a:ext cx="308610" cy="30175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7171476" y="9188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王城</a:t>
            </a:r>
          </a:p>
        </p:txBody>
      </p:sp>
      <p:cxnSp>
        <p:nvCxnSpPr>
          <p:cNvPr id="67" name="直接连接符 66"/>
          <p:cNvCxnSpPr/>
          <p:nvPr/>
        </p:nvCxnSpPr>
        <p:spPr>
          <a:xfrm flipH="1">
            <a:off x="7699248" y="292608"/>
            <a:ext cx="107442" cy="7485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1783080" y="3096968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迷茫荒原</a:t>
            </a:r>
            <a:endParaRPr lang="zh-CN" altLang="en-US" dirty="0"/>
          </a:p>
        </p:txBody>
      </p:sp>
      <p:sp>
        <p:nvSpPr>
          <p:cNvPr id="69" name="文本框 68"/>
          <p:cNvSpPr txBox="1"/>
          <p:nvPr/>
        </p:nvSpPr>
        <p:spPr>
          <a:xfrm>
            <a:off x="1152144" y="4849744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山国</a:t>
            </a:r>
            <a:endParaRPr lang="zh-CN" altLang="en-US" dirty="0"/>
          </a:p>
        </p:txBody>
      </p:sp>
      <p:sp>
        <p:nvSpPr>
          <p:cNvPr id="70" name="文本框 69"/>
          <p:cNvSpPr txBox="1"/>
          <p:nvPr/>
        </p:nvSpPr>
        <p:spPr>
          <a:xfrm>
            <a:off x="3425170" y="556327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潜渊</a:t>
            </a:r>
            <a:endParaRPr lang="zh-CN" altLang="en-US" dirty="0"/>
          </a:p>
        </p:txBody>
      </p:sp>
      <p:sp>
        <p:nvSpPr>
          <p:cNvPr id="71" name="文本框 70"/>
          <p:cNvSpPr txBox="1"/>
          <p:nvPr/>
        </p:nvSpPr>
        <p:spPr>
          <a:xfrm>
            <a:off x="3639312" y="408730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红漠</a:t>
            </a:r>
          </a:p>
        </p:txBody>
      </p:sp>
      <p:sp>
        <p:nvSpPr>
          <p:cNvPr id="72" name="文本框 71"/>
          <p:cNvSpPr txBox="1"/>
          <p:nvPr/>
        </p:nvSpPr>
        <p:spPr>
          <a:xfrm>
            <a:off x="5440680" y="2306286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石盟森林</a:t>
            </a:r>
            <a:endParaRPr lang="zh-CN" altLang="en-US" dirty="0"/>
          </a:p>
        </p:txBody>
      </p:sp>
      <p:sp>
        <p:nvSpPr>
          <p:cNvPr id="73" name="文本框 72"/>
          <p:cNvSpPr txBox="1"/>
          <p:nvPr/>
        </p:nvSpPr>
        <p:spPr>
          <a:xfrm>
            <a:off x="8485632" y="4249824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诺克</a:t>
            </a:r>
            <a:r>
              <a:rPr lang="zh-CN" altLang="en-US" dirty="0" smtClean="0"/>
              <a:t>斯雨林</a:t>
            </a:r>
            <a:endParaRPr lang="zh-CN" altLang="en-US" dirty="0"/>
          </a:p>
        </p:txBody>
      </p:sp>
      <p:sp>
        <p:nvSpPr>
          <p:cNvPr id="74" name="文本框 73"/>
          <p:cNvSpPr txBox="1"/>
          <p:nvPr/>
        </p:nvSpPr>
        <p:spPr>
          <a:xfrm>
            <a:off x="5349240" y="3275550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破碎山丘</a:t>
            </a:r>
            <a:endParaRPr lang="zh-CN" altLang="en-US" dirty="0"/>
          </a:p>
        </p:txBody>
      </p:sp>
      <p:sp>
        <p:nvSpPr>
          <p:cNvPr id="75" name="文本框 74"/>
          <p:cNvSpPr txBox="1"/>
          <p:nvPr/>
        </p:nvSpPr>
        <p:spPr>
          <a:xfrm>
            <a:off x="7968996" y="3135981"/>
            <a:ext cx="1389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流</a:t>
            </a:r>
            <a:r>
              <a:rPr lang="zh-CN" altLang="en-US" dirty="0" smtClean="0"/>
              <a:t>国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359464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59</Words>
  <Application>Microsoft Office PowerPoint</Application>
  <PresentationFormat>宽屏</PresentationFormat>
  <Paragraphs>24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宋体</vt:lpstr>
      <vt:lpstr>Arial</vt:lpstr>
      <vt:lpstr>Calibri</vt:lpstr>
      <vt:lpstr>Calibri Light</vt:lpstr>
      <vt:lpstr>Office 主题</vt:lpstr>
      <vt:lpstr>PowerPoint 演示文稿</vt:lpstr>
      <vt:lpstr>PowerPoint 演示文稿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已锁定</dc:creator>
  <cp:lastModifiedBy>已锁定</cp:lastModifiedBy>
  <cp:revision>6</cp:revision>
  <dcterms:created xsi:type="dcterms:W3CDTF">2022-08-10T14:45:14Z</dcterms:created>
  <dcterms:modified xsi:type="dcterms:W3CDTF">2022-08-14T14:44:40Z</dcterms:modified>
</cp:coreProperties>
</file>