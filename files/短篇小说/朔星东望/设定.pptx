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3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3251961-7A0E-4FE3-821A-D470984AD316}">
          <p14:sldIdLst>
            <p14:sldId id="256"/>
            <p14:sldId id="273"/>
            <p14:sldId id="257"/>
            <p14:sldId id="258"/>
            <p14:sldId id="259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4F711-558F-4F29-9225-B9E793161450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E06F2-F0A5-4130-9F87-35AFDD8571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53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E06F2-F0A5-4130-9F87-35AFDD8571E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305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656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734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487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504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287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25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52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79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89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90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01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BCE97-B997-4F52-824F-1BEDAD5D0B36}" type="datetimeFigureOut">
              <a:rPr lang="zh-CN" altLang="en-US" smtClean="0"/>
              <a:t>2022/7/22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82A21-B35C-4548-9F62-249AADC3E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65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21208" y="356616"/>
            <a:ext cx="10643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设定总纲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创世：即用原来所写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设定解释：</a:t>
            </a:r>
            <a:r>
              <a:rPr lang="en-US" altLang="zh-CN" dirty="0" smtClean="0"/>
              <a:t>1.</a:t>
            </a:r>
            <a:r>
              <a:rPr lang="zh-CN" altLang="en-US" dirty="0" smtClean="0"/>
              <a:t>契约王</a:t>
            </a:r>
            <a:r>
              <a:rPr lang="en-US" altLang="zh-CN" dirty="0" smtClean="0"/>
              <a:t>2.</a:t>
            </a:r>
            <a:r>
              <a:rPr lang="zh-CN" altLang="en-US" dirty="0" smtClean="0"/>
              <a:t>神目</a:t>
            </a:r>
            <a:r>
              <a:rPr lang="en-US" altLang="zh-CN" dirty="0"/>
              <a:t>3</a:t>
            </a:r>
            <a:r>
              <a:rPr lang="en-US" altLang="zh-CN" dirty="0" smtClean="0"/>
              <a:t>.</a:t>
            </a:r>
            <a:r>
              <a:rPr lang="zh-CN" altLang="en-US" dirty="0" smtClean="0"/>
              <a:t>异能序列</a:t>
            </a:r>
            <a:r>
              <a:rPr lang="en-US" altLang="zh-CN" dirty="0" smtClean="0"/>
              <a:t>4.</a:t>
            </a:r>
            <a:r>
              <a:rPr lang="zh-CN" altLang="en-US" dirty="0" smtClean="0"/>
              <a:t>教派</a:t>
            </a:r>
            <a:endParaRPr lang="en-US" altLang="zh-CN" dirty="0" smtClean="0"/>
          </a:p>
        </p:txBody>
      </p:sp>
      <p:sp>
        <p:nvSpPr>
          <p:cNvPr id="9" name="文本框 8"/>
          <p:cNvSpPr txBox="1"/>
          <p:nvPr/>
        </p:nvSpPr>
        <p:spPr>
          <a:xfrm>
            <a:off x="347472" y="1911096"/>
            <a:ext cx="114574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                                                                                                           </a:t>
            </a:r>
            <a:r>
              <a:rPr lang="zh-CN" altLang="en-US" dirty="0" smtClean="0"/>
              <a:t>星神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黑暗系                          </a:t>
            </a:r>
            <a:r>
              <a:rPr lang="zh-CN" altLang="en-US" dirty="0" smtClean="0">
                <a:solidFill>
                  <a:srgbClr val="00B0F0"/>
                </a:solidFill>
              </a:rPr>
              <a:t>光明系</a:t>
            </a:r>
            <a:r>
              <a:rPr lang="zh-CN" altLang="en-US" dirty="0" smtClean="0">
                <a:solidFill>
                  <a:srgbClr val="FF0000"/>
                </a:solidFill>
              </a:rPr>
              <a:t>                                         </a:t>
            </a:r>
            <a:r>
              <a:rPr lang="zh-CN" altLang="en-US" dirty="0" smtClean="0">
                <a:solidFill>
                  <a:srgbClr val="00B050"/>
                </a:solidFill>
              </a:rPr>
              <a:t>自然系</a:t>
            </a:r>
            <a:r>
              <a:rPr lang="zh-CN" altLang="en-US" dirty="0" smtClean="0">
                <a:solidFill>
                  <a:srgbClr val="FF0000"/>
                </a:solidFill>
              </a:rPr>
              <a:t>        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                                   </a:t>
            </a:r>
            <a:r>
              <a:rPr lang="zh-CN" altLang="en-US" dirty="0" smtClean="0">
                <a:solidFill>
                  <a:srgbClr val="7030A0"/>
                </a:solidFill>
              </a:rPr>
              <a:t>亵渎系</a:t>
            </a:r>
            <a:r>
              <a:rPr lang="en-US" altLang="zh-CN" dirty="0" smtClean="0">
                <a:solidFill>
                  <a:srgbClr val="FF0000"/>
                </a:solidFill>
              </a:rPr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                               </a:t>
            </a:r>
            <a:r>
              <a:rPr lang="zh-CN" altLang="en-US" dirty="0" smtClean="0">
                <a:solidFill>
                  <a:srgbClr val="FFC000"/>
                </a:solidFill>
              </a:rPr>
              <a:t>命运系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潜藏之父                      </a:t>
            </a:r>
            <a:r>
              <a:rPr lang="zh-CN" altLang="en-US" dirty="0" smtClean="0">
                <a:solidFill>
                  <a:srgbClr val="00B0F0"/>
                </a:solidFill>
              </a:rPr>
              <a:t>老上师</a:t>
            </a:r>
            <a:r>
              <a:rPr lang="zh-CN" altLang="en-US" dirty="0" smtClean="0">
                <a:solidFill>
                  <a:srgbClr val="FF0000"/>
                </a:solidFill>
              </a:rPr>
              <a:t>                                         </a:t>
            </a:r>
            <a:r>
              <a:rPr lang="zh-CN" altLang="en-US" dirty="0" smtClean="0">
                <a:solidFill>
                  <a:srgbClr val="00B050"/>
                </a:solidFill>
              </a:rPr>
              <a:t>磐石之母</a:t>
            </a:r>
            <a:r>
              <a:rPr lang="zh-CN" altLang="en-US" dirty="0" smtClean="0">
                <a:solidFill>
                  <a:srgbClr val="FF0000"/>
                </a:solidFill>
              </a:rPr>
              <a:t>                                         </a:t>
            </a:r>
            <a:r>
              <a:rPr lang="zh-CN" altLang="en-US" dirty="0" smtClean="0">
                <a:solidFill>
                  <a:srgbClr val="7030A0"/>
                </a:solidFill>
              </a:rPr>
              <a:t>羊头冠主                            </a:t>
            </a:r>
            <a:r>
              <a:rPr lang="zh-CN" altLang="en-US" dirty="0" smtClean="0">
                <a:solidFill>
                  <a:srgbClr val="FFC000"/>
                </a:solidFill>
              </a:rPr>
              <a:t>星彩行者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 smtClean="0"/>
              <a:t>教派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血肉</a:t>
            </a:r>
            <a:r>
              <a:rPr lang="zh-CN" altLang="en-US" dirty="0" smtClean="0">
                <a:solidFill>
                  <a:srgbClr val="FF0000"/>
                </a:solidFill>
              </a:rPr>
              <a:t>教：真实之眼      </a:t>
            </a:r>
            <a:r>
              <a:rPr lang="zh-CN" altLang="en-US" dirty="0" smtClean="0">
                <a:solidFill>
                  <a:srgbClr val="00B0F0"/>
                </a:solidFill>
              </a:rPr>
              <a:t>门影会：通道                          </a:t>
            </a:r>
            <a:r>
              <a:rPr lang="zh-CN" altLang="en-US" dirty="0" smtClean="0">
                <a:solidFill>
                  <a:srgbClr val="00B050"/>
                </a:solidFill>
              </a:rPr>
              <a:t>虫巢；母巢</a:t>
            </a:r>
            <a:r>
              <a:rPr lang="zh-CN" altLang="en-US" dirty="0" smtClean="0">
                <a:solidFill>
                  <a:srgbClr val="FF0000"/>
                </a:solidFill>
              </a:rPr>
              <a:t>                        </a:t>
            </a:r>
            <a:r>
              <a:rPr lang="zh-CN" altLang="en-US" dirty="0" smtClean="0">
                <a:solidFill>
                  <a:srgbClr val="7030A0"/>
                </a:solidFill>
              </a:rPr>
              <a:t>再起使者：再诞者     </a:t>
            </a:r>
            <a:r>
              <a:rPr lang="zh-CN" altLang="en-US" dirty="0" smtClean="0">
                <a:solidFill>
                  <a:srgbClr val="FFC000"/>
                </a:solidFill>
              </a:rPr>
              <a:t>齿轮教：命定者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死亡修会：死神            </a:t>
            </a:r>
            <a:r>
              <a:rPr lang="zh-CN" altLang="en-US" dirty="0" smtClean="0">
                <a:solidFill>
                  <a:srgbClr val="00B0F0"/>
                </a:solidFill>
              </a:rPr>
              <a:t>观星者：星龙</a:t>
            </a:r>
            <a:r>
              <a:rPr lang="zh-CN" altLang="en-US" dirty="0" smtClean="0">
                <a:solidFill>
                  <a:srgbClr val="FF0000"/>
                </a:solidFill>
              </a:rPr>
              <a:t>                         </a:t>
            </a:r>
            <a:r>
              <a:rPr lang="zh-CN" altLang="en-US" dirty="0" smtClean="0">
                <a:solidFill>
                  <a:srgbClr val="00B050"/>
                </a:solidFill>
              </a:rPr>
              <a:t>血腥城堡：</a:t>
            </a:r>
            <a:r>
              <a:rPr lang="zh-CN" altLang="en-US" dirty="0">
                <a:solidFill>
                  <a:srgbClr val="00B050"/>
                </a:solidFill>
              </a:rPr>
              <a:t>血月</a:t>
            </a:r>
            <a:r>
              <a:rPr lang="zh-CN" altLang="en-US" dirty="0" smtClean="0">
                <a:solidFill>
                  <a:srgbClr val="00B050"/>
                </a:solidFill>
              </a:rPr>
              <a:t>             </a:t>
            </a:r>
            <a:r>
              <a:rPr lang="zh-CN" altLang="en-US" dirty="0" smtClean="0">
                <a:solidFill>
                  <a:srgbClr val="7030A0"/>
                </a:solidFill>
              </a:rPr>
              <a:t>学镇：强欲之链</a:t>
            </a:r>
            <a:r>
              <a:rPr lang="zh-CN" altLang="en-US" dirty="0" smtClean="0">
                <a:solidFill>
                  <a:srgbClr val="FF0000"/>
                </a:solidFill>
              </a:rPr>
              <a:t>          </a:t>
            </a:r>
            <a:r>
              <a:rPr lang="zh-CN" altLang="en-US" dirty="0" smtClean="0">
                <a:solidFill>
                  <a:srgbClr val="FFC000"/>
                </a:solidFill>
              </a:rPr>
              <a:t>炎裔：焚炎火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涅</a:t>
            </a:r>
            <a:r>
              <a:rPr lang="zh-CN" altLang="en-US" dirty="0" smtClean="0">
                <a:solidFill>
                  <a:srgbClr val="FF0000"/>
                </a:solidFill>
              </a:rPr>
              <a:t>槃信众：不死鸟        说书人会：大空想家               </a:t>
            </a:r>
            <a:r>
              <a:rPr lang="zh-CN" altLang="en-US" dirty="0" smtClean="0">
                <a:solidFill>
                  <a:srgbClr val="00B050"/>
                </a:solidFill>
              </a:rPr>
              <a:t>重生者：炼狱行者            </a:t>
            </a:r>
            <a:r>
              <a:rPr lang="zh-CN" altLang="en-US" dirty="0" smtClean="0">
                <a:solidFill>
                  <a:srgbClr val="7030A0"/>
                </a:solidFill>
              </a:rPr>
              <a:t>掘墓人：阴暗之源     </a:t>
            </a:r>
            <a:r>
              <a:rPr lang="zh-CN" altLang="en-US" dirty="0" smtClean="0">
                <a:solidFill>
                  <a:srgbClr val="FFC000"/>
                </a:solidFill>
              </a:rPr>
              <a:t>老王亲卫：战狂</a:t>
            </a:r>
            <a:r>
              <a:rPr lang="zh-CN" altLang="en-US" dirty="0" smtClean="0">
                <a:solidFill>
                  <a:srgbClr val="FF0000"/>
                </a:solidFill>
              </a:rPr>
              <a:t>     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7030A0"/>
                </a:solidFill>
              </a:rPr>
              <a:t>蹉跎</a:t>
            </a:r>
            <a:r>
              <a:rPr lang="zh-CN" altLang="en-US" dirty="0" smtClean="0">
                <a:solidFill>
                  <a:srgbClr val="7030A0"/>
                </a:solidFill>
              </a:rPr>
              <a:t>山：枯萎羔羊     </a:t>
            </a:r>
            <a:r>
              <a:rPr lang="zh-CN" altLang="en-US" dirty="0" smtClean="0">
                <a:solidFill>
                  <a:srgbClr val="00B0F0"/>
                </a:solidFill>
              </a:rPr>
              <a:t>盐教：圣者恩赐                        攘外修会：太阳              </a:t>
            </a:r>
            <a:r>
              <a:rPr lang="zh-CN" altLang="en-US" dirty="0" smtClean="0">
                <a:solidFill>
                  <a:srgbClr val="7030A0"/>
                </a:solidFill>
              </a:rPr>
              <a:t>杀生院：鬼武士       </a:t>
            </a:r>
            <a:r>
              <a:rPr lang="zh-CN" altLang="en-US" dirty="0" smtClean="0">
                <a:solidFill>
                  <a:srgbClr val="FFC000"/>
                </a:solidFill>
              </a:rPr>
              <a:t>接木塔：永恒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深渊交：无言之暗</a:t>
            </a:r>
            <a:r>
              <a:rPr lang="zh-CN" altLang="en-US" dirty="0" smtClean="0"/>
              <a:t>       铁教：钢铁之心                      </a:t>
            </a:r>
            <a:r>
              <a:rPr lang="zh-CN" altLang="en-US" dirty="0" smtClean="0">
                <a:solidFill>
                  <a:srgbClr val="00B050"/>
                </a:solidFill>
              </a:rPr>
              <a:t>诺克斯雨林：深根        </a:t>
            </a:r>
            <a:r>
              <a:rPr lang="zh-CN" altLang="en-US" dirty="0" smtClean="0"/>
              <a:t>大马戏团：嚎哭</a:t>
            </a:r>
            <a:r>
              <a:rPr lang="zh-CN" altLang="en-US" dirty="0"/>
              <a:t>女王</a:t>
            </a:r>
            <a:r>
              <a:rPr lang="zh-CN" altLang="en-US" dirty="0" smtClean="0"/>
              <a:t>  星之教：星空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163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序列最重要的不是晋升而是领悟</a:t>
            </a:r>
            <a:endParaRPr lang="en-US" altLang="zh-CN" dirty="0" smtClean="0"/>
          </a:p>
          <a:p>
            <a:r>
              <a:rPr lang="zh-CN" altLang="en-US" dirty="0" smtClean="0"/>
              <a:t>只有领悟这一位面的思想才可能消化冰魂获得力量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4042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84048" y="228600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一、黑暗系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真实之眼序列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真实之眼指引真实，是黑暗系异能序列中最早拥有位面零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真实之眼的一位，以洞察为主要能力</a:t>
            </a:r>
            <a:endParaRPr lang="en-US" altLang="zh-CN" dirty="0" smtClean="0"/>
          </a:p>
          <a:p>
            <a:r>
              <a:rPr lang="zh-CN" altLang="en-US" dirty="0" smtClean="0"/>
              <a:t>位面九：盲人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八：窃听大师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七：洞悉者</a:t>
            </a:r>
            <a:endParaRPr lang="en-US" altLang="zh-CN" dirty="0" smtClean="0"/>
          </a:p>
          <a:p>
            <a:r>
              <a:rPr lang="zh-CN" altLang="en-US" dirty="0" smtClean="0"/>
              <a:t>位面六：千里眼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五：假全视者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四：真全视者</a:t>
            </a:r>
            <a:endParaRPr lang="en-US" altLang="zh-CN" dirty="0" smtClean="0"/>
          </a:p>
          <a:p>
            <a:r>
              <a:rPr lang="zh-CN" altLang="en-US" dirty="0" smtClean="0"/>
              <a:t>位面三：血肉学徒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二：血肉祭祀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一：真实血王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零：真实之眼</a:t>
            </a:r>
            <a:endParaRPr lang="en-US" altLang="zh-CN" dirty="0" smtClean="0"/>
          </a:p>
          <a:p>
            <a:r>
              <a:rPr lang="zh-CN" altLang="en-US" dirty="0" smtClean="0"/>
              <a:t>真神：无妄之目</a:t>
            </a:r>
            <a:endParaRPr lang="en-US" altLang="zh-CN" dirty="0" smtClean="0"/>
          </a:p>
          <a:p>
            <a:r>
              <a:rPr lang="zh-CN" altLang="en-US" dirty="0" smtClean="0"/>
              <a:t>旧日支配者；潜藏之父</a:t>
            </a:r>
            <a:endParaRPr lang="en-US" altLang="zh-CN" dirty="0" smtClean="0"/>
          </a:p>
          <a:p>
            <a:r>
              <a:rPr lang="zh-CN" altLang="en-US" dirty="0" smtClean="0"/>
              <a:t>真身：一直悬在空中的红色巨眼，周围伸出黑雾所成的触手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676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4048" y="228600"/>
            <a:ext cx="111648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一、黑暗系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死神序列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死神为死的使者，是最为接近潜藏之父本质的一个序列，其序列的半神可判决生死，但也是还未有人飞升的序列</a:t>
            </a:r>
            <a:endParaRPr lang="en-US" altLang="zh-CN" dirty="0" smtClean="0"/>
          </a:p>
          <a:p>
            <a:r>
              <a:rPr lang="zh-CN" altLang="en-US" dirty="0" smtClean="0"/>
              <a:t>位面九：杀手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八：死亡阴影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七：屠杀者</a:t>
            </a:r>
            <a:endParaRPr lang="en-US" altLang="zh-CN" dirty="0" smtClean="0"/>
          </a:p>
          <a:p>
            <a:r>
              <a:rPr lang="zh-CN" altLang="en-US" dirty="0" smtClean="0"/>
              <a:t>位面六：嗜死先知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五：告死先锋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四：死亡猎犬</a:t>
            </a:r>
            <a:endParaRPr lang="en-US" altLang="zh-CN" dirty="0" smtClean="0"/>
          </a:p>
          <a:p>
            <a:r>
              <a:rPr lang="zh-CN" altLang="en-US" dirty="0" smtClean="0"/>
              <a:t>位面三：死亡骑士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二：幽冥泰坦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一：死兆星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零：死神</a:t>
            </a:r>
            <a:endParaRPr lang="en-US" altLang="zh-CN" dirty="0" smtClean="0"/>
          </a:p>
          <a:p>
            <a:r>
              <a:rPr lang="zh-CN" altLang="en-US" dirty="0" smtClean="0"/>
              <a:t>真神：无</a:t>
            </a:r>
            <a:endParaRPr lang="en-US" altLang="zh-CN" dirty="0" smtClean="0"/>
          </a:p>
          <a:p>
            <a:r>
              <a:rPr lang="zh-CN" altLang="en-US" dirty="0" smtClean="0"/>
              <a:t>旧日支配者；潜藏之父</a:t>
            </a:r>
            <a:endParaRPr lang="en-US" altLang="zh-CN" dirty="0" smtClean="0"/>
          </a:p>
          <a:p>
            <a:r>
              <a:rPr lang="zh-CN" altLang="en-US" dirty="0" smtClean="0"/>
              <a:t>真身：整个身体被盖在黑色斗篷下的骷髅，手持巨镰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622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4048" y="228600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一、黑暗系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不死鸟序列</a:t>
            </a:r>
            <a:endParaRPr lang="en-US" altLang="zh-CN" dirty="0" smtClean="0"/>
          </a:p>
          <a:p>
            <a:r>
              <a:rPr lang="zh-CN" altLang="en-US" dirty="0" smtClean="0"/>
              <a:t>不死鸟序列的人拥有极强的生命力，他们极难被杀死，不死鸟更是可以一次次从潜藏之父那里得到新的生命</a:t>
            </a:r>
            <a:endParaRPr lang="en-US" altLang="zh-CN" dirty="0" smtClean="0"/>
          </a:p>
          <a:p>
            <a:r>
              <a:rPr lang="zh-CN" altLang="en-US" dirty="0" smtClean="0"/>
              <a:t>位面九：刺客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八：无知者</a:t>
            </a:r>
            <a:endParaRPr lang="en-US" altLang="zh-CN" dirty="0" smtClean="0"/>
          </a:p>
          <a:p>
            <a:r>
              <a:rPr lang="zh-CN" altLang="en-US" dirty="0" smtClean="0"/>
              <a:t>位面七：无言者</a:t>
            </a:r>
            <a:endParaRPr lang="en-US" altLang="zh-CN" dirty="0" smtClean="0"/>
          </a:p>
          <a:p>
            <a:r>
              <a:rPr lang="zh-CN" altLang="en-US" dirty="0" smtClean="0"/>
              <a:t>位面六：缄默骑士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五：白鸦牧师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四：乌鸦行者</a:t>
            </a:r>
            <a:endParaRPr lang="en-US" altLang="zh-CN" dirty="0" smtClean="0"/>
          </a:p>
          <a:p>
            <a:r>
              <a:rPr lang="zh-CN" altLang="en-US" dirty="0" smtClean="0"/>
              <a:t>位面三：黑翼天使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二：四翼黑鸦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一：未成者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零：不死鸟</a:t>
            </a:r>
            <a:endParaRPr lang="en-US" altLang="zh-CN" dirty="0" smtClean="0"/>
          </a:p>
          <a:p>
            <a:r>
              <a:rPr lang="zh-CN" altLang="en-US" dirty="0" smtClean="0"/>
              <a:t>真神：凤凰</a:t>
            </a:r>
            <a:endParaRPr lang="en-US" altLang="zh-CN" dirty="0" smtClean="0"/>
          </a:p>
          <a:p>
            <a:r>
              <a:rPr lang="zh-CN" altLang="en-US" dirty="0" smtClean="0"/>
              <a:t>旧日支配者；潜藏之父</a:t>
            </a:r>
            <a:endParaRPr lang="en-US" altLang="zh-CN" dirty="0" smtClean="0"/>
          </a:p>
          <a:p>
            <a:r>
              <a:rPr lang="zh-CN" altLang="en-US" dirty="0" smtClean="0"/>
              <a:t>真身：周身围绕暗红火焰的巨大六翼红色乌鸦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754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一、黑暗系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枯萎羔羊序列</a:t>
            </a:r>
            <a:endParaRPr lang="en-US" altLang="zh-CN" dirty="0" smtClean="0"/>
          </a:p>
          <a:p>
            <a:r>
              <a:rPr lang="zh-CN" altLang="en-US" dirty="0" smtClean="0"/>
              <a:t>枯萎羔羊序列是黑暗系中最接近亵渎系的存在，此序列的异能者拥有枯萎的力量，是潜藏之父混乱力量的化身</a:t>
            </a:r>
            <a:endParaRPr lang="en-US" altLang="zh-CN" dirty="0" smtClean="0"/>
          </a:p>
          <a:p>
            <a:r>
              <a:rPr lang="zh-CN" altLang="en-US" dirty="0" smtClean="0"/>
              <a:t>位面九：活祭品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八：赎罪鞭笞者</a:t>
            </a:r>
            <a:endParaRPr lang="en-US" altLang="zh-CN" dirty="0" smtClean="0"/>
          </a:p>
          <a:p>
            <a:r>
              <a:rPr lang="zh-CN" altLang="en-US" dirty="0" smtClean="0"/>
              <a:t>位面七：狂信者</a:t>
            </a:r>
            <a:endParaRPr lang="en-US" altLang="zh-CN" dirty="0" smtClean="0"/>
          </a:p>
          <a:p>
            <a:r>
              <a:rPr lang="zh-CN" altLang="en-US" dirty="0" smtClean="0"/>
              <a:t>位面六：狂喜苦修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五：锈蚀王子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四：枯萎前兆</a:t>
            </a:r>
            <a:endParaRPr lang="en-US" altLang="zh-CN" dirty="0" smtClean="0"/>
          </a:p>
          <a:p>
            <a:r>
              <a:rPr lang="zh-CN" altLang="en-US" dirty="0" smtClean="0"/>
              <a:t>位面三：死树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二：待玷污者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一：亵渎凋零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零：枯萎羔羊</a:t>
            </a:r>
            <a:endParaRPr lang="en-US" altLang="zh-CN" dirty="0" smtClean="0"/>
          </a:p>
          <a:p>
            <a:r>
              <a:rPr lang="zh-CN" altLang="en-US" dirty="0" smtClean="0"/>
              <a:t>真神：如山罪孽</a:t>
            </a:r>
            <a:endParaRPr lang="en-US" altLang="zh-CN" dirty="0" smtClean="0"/>
          </a:p>
          <a:p>
            <a:r>
              <a:rPr lang="zh-CN" altLang="en-US" dirty="0" smtClean="0"/>
              <a:t>旧日支配者；潜藏之父</a:t>
            </a:r>
            <a:endParaRPr lang="en-US" altLang="zh-CN" dirty="0" smtClean="0"/>
          </a:p>
          <a:p>
            <a:r>
              <a:rPr lang="zh-CN" altLang="en-US" dirty="0" smtClean="0"/>
              <a:t>真身：干枯的如同枯树一般的巨大黑色山羊，没有丝毫生气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839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一、黑暗系</a:t>
            </a:r>
            <a:endParaRPr lang="en-US" altLang="zh-CN" dirty="0" smtClean="0"/>
          </a:p>
          <a:p>
            <a:r>
              <a:rPr lang="en-US" altLang="zh-CN" dirty="0" smtClean="0"/>
              <a:t>5.</a:t>
            </a:r>
            <a:r>
              <a:rPr lang="zh-CN" altLang="en-US" dirty="0"/>
              <a:t>无</a:t>
            </a:r>
            <a:r>
              <a:rPr lang="zh-CN" altLang="en-US" dirty="0" smtClean="0"/>
              <a:t>言之暗序列</a:t>
            </a:r>
            <a:endParaRPr lang="en-US" altLang="zh-CN" dirty="0" smtClean="0"/>
          </a:p>
          <a:p>
            <a:r>
              <a:rPr lang="zh-CN" altLang="en-US" dirty="0" smtClean="0"/>
              <a:t>无言之暗是最为纯粹的黑暗的化身，他们的异能者保持与其他所有派系的距离</a:t>
            </a:r>
            <a:endParaRPr lang="en-US" altLang="zh-CN" dirty="0" smtClean="0"/>
          </a:p>
          <a:p>
            <a:r>
              <a:rPr lang="zh-CN" altLang="en-US" dirty="0" smtClean="0"/>
              <a:t>位面九：水手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八：溺亡者</a:t>
            </a:r>
            <a:endParaRPr lang="en-US" altLang="zh-CN" dirty="0" smtClean="0"/>
          </a:p>
          <a:p>
            <a:r>
              <a:rPr lang="zh-CN" altLang="en-US" dirty="0" smtClean="0"/>
              <a:t>位面七：淹神牧师</a:t>
            </a:r>
            <a:endParaRPr lang="en-US" altLang="zh-CN" dirty="0" smtClean="0"/>
          </a:p>
          <a:p>
            <a:r>
              <a:rPr lang="zh-CN" altLang="en-US" dirty="0" smtClean="0"/>
              <a:t>位面六：海妖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五：深渊造物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四：利维坦</a:t>
            </a:r>
            <a:endParaRPr lang="en-US" altLang="zh-CN" dirty="0" smtClean="0"/>
          </a:p>
          <a:p>
            <a:r>
              <a:rPr lang="zh-CN" altLang="en-US" dirty="0" smtClean="0"/>
              <a:t>位面三：海之啸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二：深海守卫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一：沉没守望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零：无言之暗</a:t>
            </a:r>
            <a:endParaRPr lang="en-US" altLang="zh-CN" dirty="0" smtClean="0"/>
          </a:p>
          <a:p>
            <a:r>
              <a:rPr lang="zh-CN" altLang="en-US" dirty="0" smtClean="0"/>
              <a:t>真神：暗海</a:t>
            </a:r>
            <a:endParaRPr lang="en-US" altLang="zh-CN" dirty="0" smtClean="0"/>
          </a:p>
          <a:p>
            <a:r>
              <a:rPr lang="zh-CN" altLang="en-US" dirty="0" smtClean="0"/>
              <a:t>旧日支配者；潜藏之父</a:t>
            </a:r>
            <a:endParaRPr lang="en-US" altLang="zh-CN" dirty="0" smtClean="0"/>
          </a:p>
          <a:p>
            <a:r>
              <a:rPr lang="zh-CN" altLang="en-US" dirty="0" smtClean="0"/>
              <a:t>真身：没有形状的黑暗，最接近潜藏之父本质的真身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246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</a:t>
            </a:r>
            <a:r>
              <a:rPr lang="zh-CN" altLang="en-US" dirty="0" smtClean="0"/>
              <a:t>、光明系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/>
              <a:t>通道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r>
              <a:rPr lang="zh-CN" altLang="en-US" dirty="0" smtClean="0"/>
              <a:t>通道是连接万物的，正如这些异能者般作为桥梁存在，他们能操纵一切与传播有关的存在</a:t>
            </a:r>
            <a:endParaRPr lang="en-US" altLang="zh-CN" dirty="0" smtClean="0"/>
          </a:p>
          <a:p>
            <a:r>
              <a:rPr lang="zh-CN" altLang="en-US" dirty="0" smtClean="0"/>
              <a:t>位面九：信使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八：邮递马车</a:t>
            </a:r>
            <a:endParaRPr lang="en-US" altLang="zh-CN" dirty="0" smtClean="0"/>
          </a:p>
          <a:p>
            <a:r>
              <a:rPr lang="zh-CN" altLang="en-US" dirty="0" smtClean="0"/>
              <a:t>位面七：媒介</a:t>
            </a:r>
            <a:endParaRPr lang="en-US" altLang="zh-CN" dirty="0" smtClean="0"/>
          </a:p>
          <a:p>
            <a:r>
              <a:rPr lang="zh-CN" altLang="en-US" dirty="0" smtClean="0"/>
              <a:t>位面六：守桥人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五：传递者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四：虚假先知</a:t>
            </a:r>
            <a:endParaRPr lang="en-US" altLang="zh-CN" dirty="0" smtClean="0"/>
          </a:p>
          <a:p>
            <a:r>
              <a:rPr lang="zh-CN" altLang="en-US" dirty="0" smtClean="0"/>
              <a:t>位面三：背律者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二：星望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一：锁扣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零：通道</a:t>
            </a:r>
            <a:endParaRPr lang="en-US" altLang="zh-CN" dirty="0" smtClean="0"/>
          </a:p>
          <a:p>
            <a:r>
              <a:rPr lang="zh-CN" altLang="en-US" dirty="0" smtClean="0"/>
              <a:t>真神：至高阶梯</a:t>
            </a:r>
            <a:endParaRPr lang="en-US" altLang="zh-CN" dirty="0" smtClean="0"/>
          </a:p>
          <a:p>
            <a:r>
              <a:rPr lang="zh-CN" altLang="en-US" dirty="0" smtClean="0"/>
              <a:t>旧日支配者；老上师</a:t>
            </a:r>
            <a:endParaRPr lang="en-US" altLang="zh-CN" dirty="0" smtClean="0"/>
          </a:p>
          <a:p>
            <a:r>
              <a:rPr lang="zh-CN" altLang="en-US" dirty="0" smtClean="0"/>
              <a:t>真身：白色的光扭曲而成的门，不知内部的通道通往何处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49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</a:t>
            </a:r>
            <a:r>
              <a:rPr lang="zh-CN" altLang="en-US" dirty="0" smtClean="0"/>
              <a:t>、光明系</a:t>
            </a:r>
            <a:endParaRPr lang="en-US" altLang="zh-CN" dirty="0" smtClean="0"/>
          </a:p>
          <a:p>
            <a:r>
              <a:rPr lang="en-US" altLang="zh-CN" dirty="0"/>
              <a:t>2</a:t>
            </a:r>
            <a:r>
              <a:rPr lang="en-US" altLang="zh-CN" dirty="0" smtClean="0"/>
              <a:t>.</a:t>
            </a:r>
            <a:r>
              <a:rPr lang="zh-CN" altLang="en-US" dirty="0"/>
              <a:t>星龙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r>
              <a:rPr lang="zh-CN" altLang="en-US" dirty="0" smtClean="0"/>
              <a:t>观星者们从星空中悟到了龙的真谛，龙便是星虫，是最接近老上师本质的序列，他们的真神形态就是星之树的形态</a:t>
            </a:r>
            <a:endParaRPr lang="en-US" altLang="zh-CN" dirty="0" smtClean="0"/>
          </a:p>
          <a:p>
            <a:r>
              <a:rPr lang="zh-CN" altLang="en-US" dirty="0" smtClean="0"/>
              <a:t>位面九：观星者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八：星法师</a:t>
            </a:r>
            <a:endParaRPr lang="en-US" altLang="zh-CN" dirty="0" smtClean="0"/>
          </a:p>
          <a:p>
            <a:r>
              <a:rPr lang="zh-CN" altLang="en-US" dirty="0" smtClean="0"/>
              <a:t>位面七：唤星卫士</a:t>
            </a:r>
            <a:endParaRPr lang="en-US" altLang="zh-CN" dirty="0" smtClean="0"/>
          </a:p>
          <a:p>
            <a:r>
              <a:rPr lang="zh-CN" altLang="en-US" dirty="0" smtClean="0"/>
              <a:t>位面六：铸星者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五：星界铁卫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四：摘星长老</a:t>
            </a:r>
            <a:endParaRPr lang="en-US" altLang="zh-CN" dirty="0" smtClean="0"/>
          </a:p>
          <a:p>
            <a:r>
              <a:rPr lang="zh-CN" altLang="en-US" dirty="0" smtClean="0"/>
              <a:t>位面三：落星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二：不洁星光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一：无暗星光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零：星龙</a:t>
            </a:r>
            <a:endParaRPr lang="en-US" altLang="zh-CN" dirty="0" smtClean="0"/>
          </a:p>
          <a:p>
            <a:r>
              <a:rPr lang="zh-CN" altLang="en-US" dirty="0" smtClean="0"/>
              <a:t>真神：树诞群星</a:t>
            </a:r>
            <a:endParaRPr lang="en-US" altLang="zh-CN" dirty="0" smtClean="0"/>
          </a:p>
          <a:p>
            <a:r>
              <a:rPr lang="zh-CN" altLang="en-US" dirty="0" smtClean="0"/>
              <a:t>旧日支配者；老上师</a:t>
            </a:r>
            <a:endParaRPr lang="en-US" altLang="zh-CN" dirty="0" smtClean="0"/>
          </a:p>
          <a:p>
            <a:r>
              <a:rPr lang="zh-CN" altLang="en-US" dirty="0" smtClean="0"/>
              <a:t>真身：群星所诞生的星虫扭曲而成的龙状生物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172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</a:t>
            </a:r>
            <a:r>
              <a:rPr lang="zh-CN" altLang="en-US" dirty="0" smtClean="0"/>
              <a:t>、光明系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/>
              <a:t>大空想家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r>
              <a:rPr lang="zh-CN" altLang="en-US" dirty="0"/>
              <a:t>从古</a:t>
            </a:r>
            <a:r>
              <a:rPr lang="zh-CN" altLang="en-US" dirty="0" smtClean="0"/>
              <a:t>至今的讲故事的人，为虚构所着迷，说书人们对于任何质疑老上师威力的人，都是无尽梦魇</a:t>
            </a:r>
            <a:endParaRPr lang="en-US" altLang="zh-CN" dirty="0" smtClean="0"/>
          </a:p>
          <a:p>
            <a:r>
              <a:rPr lang="zh-CN" altLang="en-US" dirty="0" smtClean="0"/>
              <a:t>位面九：说书人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八：传道者</a:t>
            </a:r>
            <a:endParaRPr lang="en-US" altLang="zh-CN" dirty="0" smtClean="0"/>
          </a:p>
          <a:p>
            <a:r>
              <a:rPr lang="zh-CN" altLang="en-US" dirty="0" smtClean="0"/>
              <a:t>位面七：演员</a:t>
            </a:r>
            <a:endParaRPr lang="en-US" altLang="zh-CN" dirty="0" smtClean="0"/>
          </a:p>
          <a:p>
            <a:r>
              <a:rPr lang="zh-CN" altLang="en-US" dirty="0" smtClean="0"/>
              <a:t>位面六：木偶师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五：歌者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四：吟游诗人</a:t>
            </a:r>
            <a:endParaRPr lang="en-US" altLang="zh-CN" dirty="0" smtClean="0"/>
          </a:p>
          <a:p>
            <a:r>
              <a:rPr lang="zh-CN" altLang="en-US" dirty="0" smtClean="0"/>
              <a:t>位面三：小说家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二：虚无国王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一：乌托邦主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零：大空想家</a:t>
            </a:r>
            <a:endParaRPr lang="en-US" altLang="zh-CN" dirty="0" smtClean="0"/>
          </a:p>
          <a:p>
            <a:r>
              <a:rPr lang="zh-CN" altLang="en-US" dirty="0" smtClean="0"/>
              <a:t>真神：未知</a:t>
            </a:r>
            <a:endParaRPr lang="en-US" altLang="zh-CN" dirty="0" smtClean="0"/>
          </a:p>
          <a:p>
            <a:r>
              <a:rPr lang="zh-CN" altLang="en-US" dirty="0" smtClean="0"/>
              <a:t>旧日支配者；老上师，但实际上是潜藏之父</a:t>
            </a:r>
            <a:endParaRPr lang="en-US" altLang="zh-CN" dirty="0" smtClean="0"/>
          </a:p>
          <a:p>
            <a:r>
              <a:rPr lang="zh-CN" altLang="en-US" dirty="0" smtClean="0"/>
              <a:t>真身：就为异能者在修炼开始时的样子，看上去没有任何能力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68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</a:t>
            </a:r>
            <a:r>
              <a:rPr lang="zh-CN" altLang="en-US" dirty="0" smtClean="0"/>
              <a:t>、光明系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圣者恩赐序列</a:t>
            </a:r>
            <a:endParaRPr lang="en-US" altLang="zh-CN" dirty="0" smtClean="0"/>
          </a:p>
          <a:p>
            <a:r>
              <a:rPr lang="zh-CN" altLang="en-US" dirty="0" smtClean="0"/>
              <a:t>以盐为圣物的序列，也许是所有序列中最圣洁的一条，对于所有亵渎系的人都有极大威慑力</a:t>
            </a:r>
            <a:endParaRPr lang="en-US" altLang="zh-CN" dirty="0" smtClean="0"/>
          </a:p>
          <a:p>
            <a:r>
              <a:rPr lang="zh-CN" altLang="en-US" dirty="0" smtClean="0"/>
              <a:t>位面九：盐诞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八：盐牧师</a:t>
            </a:r>
            <a:endParaRPr lang="en-US" altLang="zh-CN" dirty="0" smtClean="0"/>
          </a:p>
          <a:p>
            <a:r>
              <a:rPr lang="zh-CN" altLang="en-US" dirty="0" smtClean="0"/>
              <a:t>位面七：北十字骑士</a:t>
            </a:r>
            <a:endParaRPr lang="en-US" altLang="zh-CN" dirty="0" smtClean="0"/>
          </a:p>
          <a:p>
            <a:r>
              <a:rPr lang="zh-CN" altLang="en-US" dirty="0" smtClean="0"/>
              <a:t>位面六：结晶长者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五：盐骑士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四：盐之罚</a:t>
            </a:r>
            <a:endParaRPr lang="en-US" altLang="zh-CN" dirty="0" smtClean="0"/>
          </a:p>
          <a:p>
            <a:r>
              <a:rPr lang="zh-CN" altLang="en-US" dirty="0" smtClean="0"/>
              <a:t>位面三：洁者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二：无尽盐海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一：翻转王座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零：圣者恩赐</a:t>
            </a:r>
            <a:endParaRPr lang="en-US" altLang="zh-CN" dirty="0" smtClean="0"/>
          </a:p>
          <a:p>
            <a:r>
              <a:rPr lang="zh-CN" altLang="en-US" dirty="0" smtClean="0"/>
              <a:t>真神：无名之王</a:t>
            </a:r>
            <a:endParaRPr lang="en-US" altLang="zh-CN" dirty="0" smtClean="0"/>
          </a:p>
          <a:p>
            <a:r>
              <a:rPr lang="zh-CN" altLang="en-US" dirty="0" smtClean="0"/>
              <a:t>旧日支配者；老上师</a:t>
            </a:r>
            <a:endParaRPr lang="en-US" altLang="zh-CN" dirty="0" smtClean="0"/>
          </a:p>
          <a:p>
            <a:r>
              <a:rPr lang="zh-CN" altLang="en-US" smtClean="0"/>
              <a:t>真身：失去所有血肉的人骨，实际上用盐制成，周身散发圣光，手持涂抹圣洁之盐的巨剑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249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</a:t>
            </a:r>
            <a:r>
              <a:rPr lang="zh-CN" altLang="en-US" dirty="0" smtClean="0"/>
              <a:t>、光明系</a:t>
            </a:r>
            <a:endParaRPr lang="en-US" altLang="zh-CN" dirty="0" smtClean="0"/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钢铁之心序列</a:t>
            </a:r>
            <a:endParaRPr lang="en-US" altLang="zh-CN" dirty="0" smtClean="0"/>
          </a:p>
          <a:p>
            <a:r>
              <a:rPr lang="zh-CN" altLang="en-US" dirty="0" smtClean="0"/>
              <a:t>钢铁是北方人的信仰，人的意志即为这些异能者最强大的武器，与其说他们是异能者，不如是战士，位面零与其说是神，不如说是凡人的巅峰</a:t>
            </a:r>
            <a:endParaRPr lang="en-US" altLang="zh-CN" dirty="0" smtClean="0"/>
          </a:p>
          <a:p>
            <a:r>
              <a:rPr lang="zh-CN" altLang="en-US" dirty="0" smtClean="0"/>
              <a:t>位面九：</a:t>
            </a:r>
            <a:r>
              <a:rPr lang="zh-CN" altLang="en-US" dirty="0"/>
              <a:t>战士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</a:t>
            </a:r>
            <a:r>
              <a:rPr lang="zh-CN" altLang="en-US" dirty="0"/>
              <a:t>格斗家</a:t>
            </a:r>
            <a:endParaRPr lang="en-US" altLang="zh-CN" dirty="0" smtClean="0"/>
          </a:p>
          <a:p>
            <a:r>
              <a:rPr lang="zh-CN" altLang="en-US" dirty="0" smtClean="0"/>
              <a:t>位面七：</a:t>
            </a:r>
            <a:r>
              <a:rPr lang="zh-CN" altLang="en-US" dirty="0"/>
              <a:t>武术大师</a:t>
            </a:r>
            <a:endParaRPr lang="en-US" altLang="zh-CN" dirty="0" smtClean="0"/>
          </a:p>
          <a:p>
            <a:r>
              <a:rPr lang="zh-CN" altLang="en-US" dirty="0" smtClean="0"/>
              <a:t>位面六：</a:t>
            </a:r>
            <a:r>
              <a:rPr lang="zh-CN" altLang="en-US" dirty="0"/>
              <a:t>万人敌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</a:t>
            </a:r>
            <a:r>
              <a:rPr lang="zh-CN" altLang="en-US" dirty="0"/>
              <a:t>天</a:t>
            </a:r>
            <a:r>
              <a:rPr lang="zh-CN" altLang="en-US" dirty="0" smtClean="0"/>
              <a:t>启骑士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四：弑神者</a:t>
            </a:r>
            <a:endParaRPr lang="en-US" altLang="zh-CN" dirty="0" smtClean="0"/>
          </a:p>
          <a:p>
            <a:r>
              <a:rPr lang="zh-CN" altLang="en-US" dirty="0" smtClean="0"/>
              <a:t>位面三：无尽之力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二：不灭之怒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一：可汗亲卫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零：钢铁之心</a:t>
            </a:r>
            <a:endParaRPr lang="en-US" altLang="zh-CN" dirty="0" smtClean="0"/>
          </a:p>
          <a:p>
            <a:r>
              <a:rPr lang="zh-CN" altLang="en-US" dirty="0" smtClean="0"/>
              <a:t>真神：战争之子</a:t>
            </a:r>
            <a:endParaRPr lang="en-US" altLang="zh-CN" dirty="0" smtClean="0"/>
          </a:p>
          <a:p>
            <a:r>
              <a:rPr lang="zh-CN" altLang="en-US" dirty="0" smtClean="0"/>
              <a:t>旧日支配者；老上师，实际为“可汗”人类钢铁意志的化身</a:t>
            </a:r>
            <a:endParaRPr lang="en-US" altLang="zh-CN" dirty="0" smtClean="0"/>
          </a:p>
          <a:p>
            <a:r>
              <a:rPr lang="zh-CN" altLang="en-US" dirty="0" smtClean="0"/>
              <a:t>真身：即为战士本来的形态，看不出任何异能，实际上就正面能力，没有真身能与之相比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556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、自然系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母巢序列</a:t>
            </a:r>
            <a:endParaRPr lang="en-US" altLang="zh-CN" dirty="0" smtClean="0"/>
          </a:p>
          <a:p>
            <a:r>
              <a:rPr lang="zh-CN" altLang="en-US" dirty="0" smtClean="0"/>
              <a:t>诞生的源头，这些异能者用自然的生命之力与他人战斗，或给予治疗，磐石之母是与信徒关系最密切的旧日</a:t>
            </a:r>
            <a:endParaRPr lang="en-US" altLang="zh-CN" dirty="0" smtClean="0"/>
          </a:p>
          <a:p>
            <a:r>
              <a:rPr lang="zh-CN" altLang="en-US" dirty="0" smtClean="0"/>
              <a:t>位面九：</a:t>
            </a:r>
            <a:r>
              <a:rPr lang="zh-CN" altLang="en-US" dirty="0"/>
              <a:t>工兵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</a:t>
            </a:r>
            <a:r>
              <a:rPr lang="zh-CN" altLang="en-US" dirty="0"/>
              <a:t>护士</a:t>
            </a:r>
            <a:endParaRPr lang="en-US" altLang="zh-CN" dirty="0" smtClean="0"/>
          </a:p>
          <a:p>
            <a:r>
              <a:rPr lang="zh-CN" altLang="en-US" dirty="0" smtClean="0"/>
              <a:t>位面七：</a:t>
            </a:r>
            <a:r>
              <a:rPr lang="zh-CN" altLang="en-US" dirty="0"/>
              <a:t>医生</a:t>
            </a:r>
            <a:endParaRPr lang="en-US" altLang="zh-CN" dirty="0" smtClean="0"/>
          </a:p>
          <a:p>
            <a:r>
              <a:rPr lang="zh-CN" altLang="en-US" dirty="0" smtClean="0"/>
              <a:t>位面六：耕作者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五：收割者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</a:t>
            </a:r>
            <a:r>
              <a:rPr lang="zh-CN" altLang="en-US" dirty="0"/>
              <a:t>母</a:t>
            </a:r>
            <a:r>
              <a:rPr lang="zh-CN" altLang="en-US" dirty="0" smtClean="0"/>
              <a:t>巢士兵</a:t>
            </a:r>
            <a:endParaRPr lang="en-US" altLang="zh-CN" dirty="0" smtClean="0"/>
          </a:p>
          <a:p>
            <a:r>
              <a:rPr lang="zh-CN" altLang="en-US" dirty="0" smtClean="0"/>
              <a:t>位面三：唤生祭司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二：母巢统领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一：命运编织者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</a:t>
            </a:r>
            <a:r>
              <a:rPr lang="zh-CN" altLang="en-US" dirty="0"/>
              <a:t>母巢</a:t>
            </a:r>
            <a:endParaRPr lang="en-US" altLang="zh-CN" dirty="0" smtClean="0"/>
          </a:p>
          <a:p>
            <a:r>
              <a:rPr lang="zh-CN" altLang="en-US" dirty="0" smtClean="0"/>
              <a:t>真神：虫巢之母</a:t>
            </a:r>
            <a:endParaRPr lang="en-US" altLang="zh-CN" dirty="0" smtClean="0"/>
          </a:p>
          <a:p>
            <a:r>
              <a:rPr lang="zh-CN" altLang="en-US" dirty="0" smtClean="0"/>
              <a:t>旧日支配者；磐石之母</a:t>
            </a:r>
            <a:endParaRPr lang="en-US" altLang="zh-CN" dirty="0"/>
          </a:p>
          <a:p>
            <a:r>
              <a:rPr lang="zh-CN" altLang="en-US" dirty="0" smtClean="0"/>
              <a:t>真身：巨大的可怕的蚂蚁，周身散发毒气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741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65760" y="326136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、自然系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/>
              <a:t>血月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r>
              <a:rPr lang="zh-CN" altLang="en-US" dirty="0" smtClean="0"/>
              <a:t>吸血的异能者们被人们视为异种，但他们对此毫不在意，他们已经将一切献给血月</a:t>
            </a:r>
            <a:endParaRPr lang="en-US" altLang="zh-CN" dirty="0" smtClean="0"/>
          </a:p>
          <a:p>
            <a:r>
              <a:rPr lang="zh-CN" altLang="en-US" dirty="0" smtClean="0"/>
              <a:t>位面九：</a:t>
            </a:r>
            <a:r>
              <a:rPr lang="zh-CN" altLang="en-US" dirty="0"/>
              <a:t>吸血魔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八：吸血鬼</a:t>
            </a:r>
            <a:endParaRPr lang="en-US" altLang="zh-CN" dirty="0" smtClean="0"/>
          </a:p>
          <a:p>
            <a:r>
              <a:rPr lang="zh-CN" altLang="en-US" dirty="0" smtClean="0"/>
              <a:t>位面七：四翼蝙蝠</a:t>
            </a:r>
            <a:endParaRPr lang="en-US" altLang="zh-CN" dirty="0" smtClean="0"/>
          </a:p>
          <a:p>
            <a:r>
              <a:rPr lang="zh-CN" altLang="en-US" dirty="0" smtClean="0"/>
              <a:t>位面六：吸血鬼男爵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五：吸血鬼子爵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四：吸血鬼伯爵</a:t>
            </a:r>
            <a:endParaRPr lang="en-US" altLang="zh-CN" dirty="0" smtClean="0"/>
          </a:p>
          <a:p>
            <a:r>
              <a:rPr lang="zh-CN" altLang="en-US" dirty="0" smtClean="0"/>
              <a:t>位面三：吸血鬼侯爵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二：吸血鬼公爵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一：吸血鬼女王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零：血月</a:t>
            </a:r>
            <a:endParaRPr lang="en-US" altLang="zh-CN" dirty="0" smtClean="0"/>
          </a:p>
          <a:p>
            <a:r>
              <a:rPr lang="zh-CN" altLang="en-US" dirty="0" smtClean="0"/>
              <a:t>真神：无</a:t>
            </a:r>
            <a:endParaRPr lang="en-US" altLang="zh-CN" dirty="0" smtClean="0"/>
          </a:p>
          <a:p>
            <a:r>
              <a:rPr lang="zh-CN" altLang="en-US" dirty="0" smtClean="0"/>
              <a:t>旧日支配者；磐石之母</a:t>
            </a:r>
            <a:endParaRPr lang="en-US" altLang="zh-CN" dirty="0"/>
          </a:p>
          <a:p>
            <a:r>
              <a:rPr lang="zh-CN" altLang="en-US" dirty="0" smtClean="0"/>
              <a:t>真身：</a:t>
            </a:r>
            <a:r>
              <a:rPr lang="zh-CN" altLang="en-US" dirty="0"/>
              <a:t>一</a:t>
            </a:r>
            <a:r>
              <a:rPr lang="zh-CN" altLang="en-US" dirty="0" smtClean="0"/>
              <a:t>轮巨大的血色的月亮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593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、自然系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炼狱行者序列</a:t>
            </a:r>
            <a:endParaRPr lang="en-US" altLang="zh-CN" dirty="0" smtClean="0"/>
          </a:p>
          <a:p>
            <a:r>
              <a:rPr lang="zh-CN" altLang="en-US" dirty="0" smtClean="0"/>
              <a:t>这些信奉磐石之母的异能者行走在善恶的边缘，他们的敌人会看到他们在现实和虚空中时隐时现</a:t>
            </a:r>
            <a:endParaRPr lang="en-US" altLang="zh-CN" dirty="0" smtClean="0"/>
          </a:p>
          <a:p>
            <a:r>
              <a:rPr lang="zh-CN" altLang="en-US" dirty="0" smtClean="0"/>
              <a:t>位面九：冒险家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八：</a:t>
            </a:r>
            <a:r>
              <a:rPr lang="zh-CN" altLang="en-US" dirty="0"/>
              <a:t>猎人</a:t>
            </a:r>
            <a:endParaRPr lang="en-US" altLang="zh-CN" dirty="0" smtClean="0"/>
          </a:p>
          <a:p>
            <a:r>
              <a:rPr lang="zh-CN" altLang="en-US" dirty="0" smtClean="0"/>
              <a:t>位面七：</a:t>
            </a:r>
            <a:r>
              <a:rPr lang="zh-CN" altLang="en-US" dirty="0"/>
              <a:t>收割者</a:t>
            </a:r>
            <a:endParaRPr lang="en-US" altLang="zh-CN" dirty="0" smtClean="0"/>
          </a:p>
          <a:p>
            <a:r>
              <a:rPr lang="zh-CN" altLang="en-US" dirty="0" smtClean="0"/>
              <a:t>位面六：清除者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五：炼狱学徒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四：觐见虚空</a:t>
            </a:r>
            <a:endParaRPr lang="en-US" altLang="zh-CN" dirty="0" smtClean="0"/>
          </a:p>
          <a:p>
            <a:r>
              <a:rPr lang="zh-CN" altLang="en-US" dirty="0" smtClean="0"/>
              <a:t>位面三：虚空先知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二：炼狱守望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一：假行者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零：炼狱行者</a:t>
            </a:r>
            <a:endParaRPr lang="en-US" altLang="zh-CN" dirty="0" smtClean="0"/>
          </a:p>
          <a:p>
            <a:r>
              <a:rPr lang="zh-CN" altLang="en-US" dirty="0" smtClean="0"/>
              <a:t>真神：无</a:t>
            </a:r>
            <a:endParaRPr lang="en-US" altLang="zh-CN" dirty="0" smtClean="0"/>
          </a:p>
          <a:p>
            <a:r>
              <a:rPr lang="zh-CN" altLang="en-US" dirty="0" smtClean="0"/>
              <a:t>旧日支配者；磐石之母</a:t>
            </a:r>
            <a:endParaRPr lang="en-US" altLang="zh-CN" dirty="0"/>
          </a:p>
          <a:p>
            <a:r>
              <a:rPr lang="zh-CN" altLang="en-US" dirty="0" smtClean="0"/>
              <a:t>真身：全身裹布的木乃伊，身上燃烧炼狱的火焰，能驾火飞行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852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2920" y="146304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、自然系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/>
              <a:t>深根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r>
              <a:rPr lang="zh-CN" altLang="en-US" dirty="0" smtClean="0"/>
              <a:t>炼金术士和窃贼的途径，那广袤的雨林中，磐石之母的深根</a:t>
            </a:r>
            <a:r>
              <a:rPr lang="zh-CN" altLang="en-US" dirty="0" smtClean="0"/>
              <a:t>蔓延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九：窃贼</a:t>
            </a:r>
            <a:endParaRPr lang="en-US" altLang="zh-CN" dirty="0" smtClean="0"/>
          </a:p>
          <a:p>
            <a:r>
              <a:rPr lang="zh-CN" altLang="en-US" dirty="0" smtClean="0"/>
              <a:t>位面八：园丁</a:t>
            </a:r>
            <a:endParaRPr lang="en-US" altLang="zh-CN" dirty="0" smtClean="0"/>
          </a:p>
          <a:p>
            <a:r>
              <a:rPr lang="zh-CN" altLang="en-US" dirty="0" smtClean="0"/>
              <a:t>位面七</a:t>
            </a:r>
            <a:r>
              <a:rPr lang="zh-CN" altLang="en-US" dirty="0" smtClean="0"/>
              <a:t>：</a:t>
            </a:r>
            <a:r>
              <a:rPr lang="zh-CN" altLang="en-US" dirty="0" smtClean="0"/>
              <a:t>寄生师</a:t>
            </a:r>
            <a:endParaRPr lang="en-US" altLang="zh-CN" dirty="0" smtClean="0"/>
          </a:p>
          <a:p>
            <a:r>
              <a:rPr lang="zh-CN" altLang="en-US" dirty="0" smtClean="0"/>
              <a:t>位面六：炼金术士</a:t>
            </a:r>
            <a:endParaRPr lang="en-US" altLang="zh-CN" dirty="0"/>
          </a:p>
          <a:p>
            <a:r>
              <a:rPr lang="zh-CN" altLang="en-US" dirty="0" smtClean="0"/>
              <a:t>位面五：炼药师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四：气根</a:t>
            </a:r>
            <a:endParaRPr lang="en-US" altLang="zh-CN" dirty="0" smtClean="0"/>
          </a:p>
          <a:p>
            <a:r>
              <a:rPr lang="zh-CN" altLang="en-US" dirty="0" smtClean="0"/>
              <a:t>位面三：植物大师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二：雨林王子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一：林间幽影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零：深根</a:t>
            </a:r>
            <a:endParaRPr lang="en-US" altLang="zh-CN" dirty="0" smtClean="0"/>
          </a:p>
          <a:p>
            <a:r>
              <a:rPr lang="zh-CN" altLang="en-US" dirty="0" smtClean="0"/>
              <a:t>真神：衍生者</a:t>
            </a:r>
            <a:endParaRPr lang="en-US" altLang="zh-CN" dirty="0" smtClean="0"/>
          </a:p>
          <a:p>
            <a:r>
              <a:rPr lang="zh-CN" altLang="en-US" dirty="0" smtClean="0"/>
              <a:t>旧日支配者；磐石之母</a:t>
            </a:r>
            <a:endParaRPr lang="en-US" altLang="zh-CN" dirty="0"/>
          </a:p>
          <a:p>
            <a:r>
              <a:rPr lang="zh-CN" altLang="en-US" dirty="0" smtClean="0"/>
              <a:t>真身：一株巨大无比的，会行走能自由行动的雨林树。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034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、自然系</a:t>
            </a:r>
            <a:endParaRPr lang="en-US" altLang="zh-CN" dirty="0" smtClean="0"/>
          </a:p>
          <a:p>
            <a:r>
              <a:rPr lang="en-US" altLang="zh-CN" dirty="0"/>
              <a:t>5</a:t>
            </a:r>
            <a:r>
              <a:rPr lang="en-US" altLang="zh-CN" dirty="0" smtClean="0"/>
              <a:t>.</a:t>
            </a:r>
            <a:r>
              <a:rPr lang="zh-CN" altLang="en-US" dirty="0" smtClean="0"/>
              <a:t>太阳序列</a:t>
            </a:r>
            <a:endParaRPr lang="en-US" altLang="zh-CN" dirty="0" smtClean="0"/>
          </a:p>
          <a:p>
            <a:r>
              <a:rPr lang="zh-CN" altLang="en-US" dirty="0" smtClean="0"/>
              <a:t>太阳序列的异能者将会以太阳的烈火灼烧磐石之母的敌人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即使他们自己来源于老上</a:t>
            </a:r>
            <a:r>
              <a:rPr lang="zh-CN" altLang="en-US" dirty="0" smtClean="0"/>
              <a:t>师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九：牧童</a:t>
            </a:r>
            <a:endParaRPr lang="en-US" altLang="zh-CN" dirty="0" smtClean="0"/>
          </a:p>
          <a:p>
            <a:r>
              <a:rPr lang="zh-CN" altLang="en-US" dirty="0" smtClean="0"/>
              <a:t>位面八：乐手</a:t>
            </a:r>
            <a:endParaRPr lang="en-US" altLang="zh-CN" dirty="0" smtClean="0"/>
          </a:p>
          <a:p>
            <a:r>
              <a:rPr lang="zh-CN" altLang="en-US" dirty="0" smtClean="0"/>
              <a:t>位面七：</a:t>
            </a:r>
            <a:r>
              <a:rPr lang="zh-CN" altLang="en-US" dirty="0"/>
              <a:t>颂光者</a:t>
            </a:r>
            <a:endParaRPr lang="en-US" altLang="zh-CN" dirty="0" smtClean="0"/>
          </a:p>
          <a:p>
            <a:r>
              <a:rPr lang="zh-CN" altLang="en-US" dirty="0" smtClean="0"/>
              <a:t>位面六：光明祭司</a:t>
            </a:r>
            <a:endParaRPr lang="en-US" altLang="zh-CN" dirty="0"/>
          </a:p>
          <a:p>
            <a:r>
              <a:rPr lang="zh-CN" altLang="en-US" dirty="0" smtClean="0"/>
              <a:t>位面五：光卫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四：火卫</a:t>
            </a:r>
            <a:endParaRPr lang="en-US" altLang="zh-CN" dirty="0" smtClean="0"/>
          </a:p>
          <a:p>
            <a:r>
              <a:rPr lang="zh-CN" altLang="en-US" dirty="0" smtClean="0"/>
              <a:t>位面三：太阳黑子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二：日冕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一：天火织物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</a:t>
            </a:r>
            <a:r>
              <a:rPr lang="zh-CN" altLang="en-US" dirty="0"/>
              <a:t>太阳</a:t>
            </a:r>
            <a:endParaRPr lang="en-US" altLang="zh-CN" dirty="0" smtClean="0"/>
          </a:p>
          <a:p>
            <a:r>
              <a:rPr lang="zh-CN" altLang="en-US" dirty="0" smtClean="0"/>
              <a:t>真神：蓝日</a:t>
            </a:r>
            <a:endParaRPr lang="en-US" altLang="zh-CN" dirty="0" smtClean="0"/>
          </a:p>
          <a:p>
            <a:r>
              <a:rPr lang="zh-CN" altLang="en-US" dirty="0" smtClean="0"/>
              <a:t>旧日支配者；磐石之母</a:t>
            </a:r>
            <a:endParaRPr lang="en-US" altLang="zh-CN" dirty="0"/>
          </a:p>
          <a:p>
            <a:r>
              <a:rPr lang="zh-CN" altLang="en-US" dirty="0" smtClean="0"/>
              <a:t>真身：浮动的不定形的大火球，似乎有不尽的能量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023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四</a:t>
            </a:r>
            <a:r>
              <a:rPr lang="zh-CN" altLang="en-US" dirty="0" smtClean="0"/>
              <a:t>、亵渎系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再诞者序列</a:t>
            </a:r>
            <a:endParaRPr lang="en-US" altLang="zh-CN" dirty="0" smtClean="0"/>
          </a:p>
          <a:p>
            <a:r>
              <a:rPr lang="zh-CN" altLang="en-US" dirty="0" smtClean="0"/>
              <a:t>这些异能者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不，丧尸们根本就不是人类，他们已经死去，只有位面二以上有自我意识，其他的只是被亵渎复活的尸体，而这些尸体的晋级，全凭半天使的兴趣，没有活人会加入这条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r>
              <a:rPr lang="zh-CN" altLang="en-US" dirty="0" smtClean="0"/>
              <a:t>位面九：尸灵</a:t>
            </a:r>
            <a:endParaRPr lang="en-US" altLang="zh-CN" dirty="0" smtClean="0"/>
          </a:p>
          <a:p>
            <a:r>
              <a:rPr lang="zh-CN" altLang="en-US" dirty="0" smtClean="0"/>
              <a:t>位面八：丧尸</a:t>
            </a:r>
            <a:endParaRPr lang="en-US" altLang="zh-CN" dirty="0" smtClean="0"/>
          </a:p>
          <a:p>
            <a:r>
              <a:rPr lang="zh-CN" altLang="en-US" dirty="0" smtClean="0"/>
              <a:t>位面七：阴尸</a:t>
            </a:r>
            <a:endParaRPr lang="en-US" altLang="zh-CN" dirty="0" smtClean="0"/>
          </a:p>
          <a:p>
            <a:r>
              <a:rPr lang="zh-CN" altLang="en-US" dirty="0" smtClean="0"/>
              <a:t>位面六：骷髅守卫</a:t>
            </a:r>
            <a:endParaRPr lang="en-US" altLang="zh-CN" dirty="0"/>
          </a:p>
          <a:p>
            <a:r>
              <a:rPr lang="zh-CN" altLang="en-US" dirty="0" smtClean="0"/>
              <a:t>位面五：死者勇士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</a:t>
            </a:r>
            <a:r>
              <a:rPr lang="zh-CN" altLang="en-US" dirty="0"/>
              <a:t>无首</a:t>
            </a:r>
            <a:endParaRPr lang="en-US" altLang="zh-CN" dirty="0" smtClean="0"/>
          </a:p>
          <a:p>
            <a:r>
              <a:rPr lang="zh-CN" altLang="en-US" dirty="0" smtClean="0"/>
              <a:t>位面三：</a:t>
            </a:r>
            <a:r>
              <a:rPr lang="zh-CN" altLang="en-US" dirty="0"/>
              <a:t>巨尸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二：死灵法师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一：亵渎术士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零：再诞者</a:t>
            </a:r>
            <a:endParaRPr lang="en-US" altLang="zh-CN" dirty="0" smtClean="0"/>
          </a:p>
          <a:p>
            <a:r>
              <a:rPr lang="zh-CN" altLang="en-US" dirty="0" smtClean="0"/>
              <a:t>真神：重生古神</a:t>
            </a:r>
            <a:endParaRPr lang="en-US" altLang="zh-CN" dirty="0" smtClean="0"/>
          </a:p>
          <a:p>
            <a:r>
              <a:rPr lang="zh-CN" altLang="en-US" dirty="0" smtClean="0"/>
              <a:t>旧日支配者；羊头冠主</a:t>
            </a:r>
            <a:endParaRPr lang="en-US" altLang="zh-CN" dirty="0"/>
          </a:p>
          <a:p>
            <a:r>
              <a:rPr lang="zh-CN" altLang="en-US" dirty="0" smtClean="0"/>
              <a:t>真身：一堆尸体所拼接而成的巨大怪物，本体位于这怪物的左肩上方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四</a:t>
            </a:r>
            <a:r>
              <a:rPr lang="zh-CN" altLang="en-US" dirty="0" smtClean="0"/>
              <a:t>、亵渎系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/>
              <a:t>强</a:t>
            </a:r>
            <a:r>
              <a:rPr lang="zh-CN" altLang="en-US" dirty="0" smtClean="0"/>
              <a:t>欲之链序列</a:t>
            </a:r>
            <a:endParaRPr lang="en-US" altLang="zh-CN" dirty="0" smtClean="0"/>
          </a:p>
          <a:p>
            <a:r>
              <a:rPr lang="zh-CN" altLang="en-US" dirty="0" smtClean="0"/>
              <a:t>这些异能者被对禁忌知识的渴望蒙住了双眼，他们不断搜集各种禁术，添加进自己冒烟的大脑，在这过程中已经成为羊头冠主的</a:t>
            </a:r>
            <a:r>
              <a:rPr lang="zh-CN" altLang="en-US" dirty="0" smtClean="0"/>
              <a:t>奴隶</a:t>
            </a:r>
            <a:endParaRPr lang="en-US" altLang="zh-CN" dirty="0" smtClean="0"/>
          </a:p>
          <a:p>
            <a:r>
              <a:rPr lang="zh-CN" altLang="en-US" dirty="0" smtClean="0"/>
              <a:t>位面九：学者</a:t>
            </a:r>
            <a:endParaRPr lang="en-US" altLang="zh-CN" dirty="0" smtClean="0"/>
          </a:p>
          <a:p>
            <a:r>
              <a:rPr lang="zh-CN" altLang="en-US" dirty="0" smtClean="0"/>
              <a:t>位面八：学痴</a:t>
            </a:r>
            <a:endParaRPr lang="en-US" altLang="zh-CN" dirty="0" smtClean="0"/>
          </a:p>
          <a:p>
            <a:r>
              <a:rPr lang="zh-CN" altLang="en-US" dirty="0" smtClean="0"/>
              <a:t>位面七：无用废材</a:t>
            </a:r>
            <a:endParaRPr lang="en-US" altLang="zh-CN" dirty="0" smtClean="0"/>
          </a:p>
          <a:p>
            <a:r>
              <a:rPr lang="zh-CN" altLang="en-US" dirty="0" smtClean="0"/>
              <a:t>位面六：禁术师</a:t>
            </a:r>
            <a:endParaRPr lang="en-US" altLang="zh-CN" dirty="0"/>
          </a:p>
          <a:p>
            <a:r>
              <a:rPr lang="zh-CN" altLang="en-US" dirty="0" smtClean="0"/>
              <a:t>位面五：暗术化身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四：狡诈恶魔</a:t>
            </a:r>
            <a:endParaRPr lang="en-US" altLang="zh-CN" dirty="0" smtClean="0"/>
          </a:p>
          <a:p>
            <a:r>
              <a:rPr lang="zh-CN" altLang="en-US" dirty="0" smtClean="0"/>
              <a:t>位面三：魔王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二：强欲苦主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一：苦主领袖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零：强欲之链</a:t>
            </a:r>
            <a:endParaRPr lang="en-US" altLang="zh-CN" dirty="0" smtClean="0"/>
          </a:p>
          <a:p>
            <a:r>
              <a:rPr lang="zh-CN" altLang="en-US" dirty="0" smtClean="0"/>
              <a:t>真神：终极亵渎</a:t>
            </a:r>
            <a:endParaRPr lang="en-US" altLang="zh-CN" dirty="0" smtClean="0"/>
          </a:p>
          <a:p>
            <a:r>
              <a:rPr lang="zh-CN" altLang="en-US" dirty="0" smtClean="0"/>
              <a:t>旧日支配者；羊头冠主</a:t>
            </a:r>
            <a:endParaRPr lang="en-US" altLang="zh-CN" dirty="0"/>
          </a:p>
          <a:p>
            <a:r>
              <a:rPr lang="zh-CN" altLang="en-US" dirty="0" smtClean="0"/>
              <a:t>真身：一条水银链，上面有着所有禁术的图像，不断翻腾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733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四</a:t>
            </a:r>
            <a:r>
              <a:rPr lang="zh-CN" altLang="en-US" dirty="0" smtClean="0"/>
              <a:t>、亵渎系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阴暗之源序列</a:t>
            </a:r>
            <a:endParaRPr lang="en-US" altLang="zh-CN" dirty="0" smtClean="0"/>
          </a:p>
          <a:p>
            <a:r>
              <a:rPr lang="zh-CN" altLang="en-US" dirty="0" smtClean="0"/>
              <a:t>掘墓人们的序列拥有召回亡者之力，但他们自己也是羊头冠主所招的</a:t>
            </a:r>
            <a:r>
              <a:rPr lang="zh-CN" altLang="en-US" dirty="0" smtClean="0"/>
              <a:t>棋子</a:t>
            </a:r>
            <a:endParaRPr lang="en-US" altLang="zh-CN" dirty="0" smtClean="0"/>
          </a:p>
          <a:p>
            <a:r>
              <a:rPr lang="zh-CN" altLang="en-US" dirty="0" smtClean="0"/>
              <a:t>位面九：掘墓随从</a:t>
            </a:r>
            <a:endParaRPr lang="en-US" altLang="zh-CN" dirty="0" smtClean="0"/>
          </a:p>
          <a:p>
            <a:r>
              <a:rPr lang="zh-CN" altLang="en-US" dirty="0" smtClean="0"/>
              <a:t>位面八：</a:t>
            </a:r>
            <a:r>
              <a:rPr lang="zh-CN" altLang="en-US" dirty="0"/>
              <a:t>掘墓人</a:t>
            </a:r>
            <a:endParaRPr lang="en-US" altLang="zh-CN" dirty="0" smtClean="0"/>
          </a:p>
          <a:p>
            <a:r>
              <a:rPr lang="zh-CN" altLang="en-US" dirty="0" smtClean="0"/>
              <a:t>位面七：唤尸人</a:t>
            </a:r>
            <a:endParaRPr lang="en-US" altLang="zh-CN" dirty="0" smtClean="0"/>
          </a:p>
          <a:p>
            <a:r>
              <a:rPr lang="zh-CN" altLang="en-US" dirty="0" smtClean="0"/>
              <a:t>位面六：</a:t>
            </a:r>
            <a:r>
              <a:rPr lang="zh-CN" altLang="en-US" dirty="0"/>
              <a:t>尸</a:t>
            </a:r>
            <a:r>
              <a:rPr lang="zh-CN" altLang="en-US" dirty="0" smtClean="0"/>
              <a:t>潮本源</a:t>
            </a:r>
            <a:endParaRPr lang="en-US" altLang="zh-CN" dirty="0"/>
          </a:p>
          <a:p>
            <a:r>
              <a:rPr lang="zh-CN" altLang="en-US" dirty="0" smtClean="0"/>
              <a:t>位面五：尸行僧侣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四：牧尸者</a:t>
            </a:r>
            <a:endParaRPr lang="en-US" altLang="zh-CN" dirty="0" smtClean="0"/>
          </a:p>
          <a:p>
            <a:r>
              <a:rPr lang="zh-CN" altLang="en-US" dirty="0" smtClean="0"/>
              <a:t>位面三：</a:t>
            </a:r>
            <a:r>
              <a:rPr lang="zh-CN" altLang="en-US" dirty="0"/>
              <a:t>冥</a:t>
            </a:r>
            <a:r>
              <a:rPr lang="zh-CN" altLang="en-US" dirty="0" smtClean="0"/>
              <a:t>界旗帜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二：老将旗帜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一：呼魂人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</a:t>
            </a:r>
            <a:r>
              <a:rPr lang="zh-CN" altLang="en-US" dirty="0"/>
              <a:t>阴暗之源</a:t>
            </a:r>
            <a:endParaRPr lang="en-US" altLang="zh-CN" dirty="0" smtClean="0"/>
          </a:p>
          <a:p>
            <a:r>
              <a:rPr lang="zh-CN" altLang="en-US" dirty="0" smtClean="0"/>
              <a:t>真神：深层幽邃</a:t>
            </a:r>
            <a:endParaRPr lang="en-US" altLang="zh-CN" dirty="0" smtClean="0"/>
          </a:p>
          <a:p>
            <a:r>
              <a:rPr lang="zh-CN" altLang="en-US" dirty="0" smtClean="0"/>
              <a:t>旧日支配者；羊头冠主</a:t>
            </a:r>
            <a:endParaRPr lang="en-US" altLang="zh-CN" dirty="0"/>
          </a:p>
          <a:p>
            <a:r>
              <a:rPr lang="zh-CN" altLang="en-US" dirty="0" smtClean="0"/>
              <a:t>真身：</a:t>
            </a:r>
            <a:r>
              <a:rPr lang="zh-CN" altLang="en-US" dirty="0"/>
              <a:t>一</a:t>
            </a:r>
            <a:r>
              <a:rPr lang="zh-CN" altLang="en-US" dirty="0" smtClean="0"/>
              <a:t>个身披紫袍的巨大鬼魂，手持铲子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846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四</a:t>
            </a:r>
            <a:r>
              <a:rPr lang="zh-CN" altLang="en-US" dirty="0" smtClean="0"/>
              <a:t>、亵渎系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/>
              <a:t>鬼武士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r>
              <a:rPr lang="zh-CN" altLang="en-US" dirty="0" smtClean="0"/>
              <a:t>杀手和罪犯们在这条序列聚集，他们互相残杀以求晋升，最终成为羊头冠主的杀人</a:t>
            </a:r>
            <a:r>
              <a:rPr lang="zh-CN" altLang="en-US" dirty="0" smtClean="0"/>
              <a:t>机器</a:t>
            </a:r>
            <a:endParaRPr lang="en-US" altLang="zh-CN" dirty="0" smtClean="0"/>
          </a:p>
          <a:p>
            <a:r>
              <a:rPr lang="zh-CN" altLang="en-US" dirty="0" smtClean="0"/>
              <a:t>位面九：囚犯</a:t>
            </a:r>
            <a:endParaRPr lang="en-US" altLang="zh-CN" dirty="0" smtClean="0"/>
          </a:p>
          <a:p>
            <a:r>
              <a:rPr lang="zh-CN" altLang="en-US" dirty="0" smtClean="0"/>
              <a:t>位面八：罪犯</a:t>
            </a:r>
            <a:endParaRPr lang="en-US" altLang="zh-CN" dirty="0" smtClean="0"/>
          </a:p>
          <a:p>
            <a:r>
              <a:rPr lang="zh-CN" altLang="en-US" dirty="0" smtClean="0"/>
              <a:t>位面七：杀手</a:t>
            </a:r>
            <a:endParaRPr lang="en-US" altLang="zh-CN" dirty="0" smtClean="0"/>
          </a:p>
          <a:p>
            <a:r>
              <a:rPr lang="zh-CN" altLang="en-US" dirty="0" smtClean="0"/>
              <a:t>位面六：赏金猎人</a:t>
            </a:r>
            <a:endParaRPr lang="en-US" altLang="zh-CN" dirty="0"/>
          </a:p>
          <a:p>
            <a:r>
              <a:rPr lang="zh-CN" altLang="en-US" dirty="0" smtClean="0"/>
              <a:t>位面五：嗜血狂徒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四：无缚者</a:t>
            </a:r>
            <a:endParaRPr lang="en-US" altLang="zh-CN" dirty="0" smtClean="0"/>
          </a:p>
          <a:p>
            <a:r>
              <a:rPr lang="zh-CN" altLang="en-US" dirty="0" smtClean="0"/>
              <a:t>位面三：</a:t>
            </a:r>
            <a:r>
              <a:rPr lang="zh-CN" altLang="en-US" dirty="0"/>
              <a:t>万</a:t>
            </a:r>
            <a:r>
              <a:rPr lang="zh-CN" altLang="en-US" dirty="0" smtClean="0"/>
              <a:t>人敌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二：血腥高潮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一：杀神亲卫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</a:t>
            </a:r>
            <a:r>
              <a:rPr lang="zh-CN" altLang="en-US" dirty="0"/>
              <a:t>鬼武士</a:t>
            </a:r>
            <a:endParaRPr lang="en-US" altLang="zh-CN" dirty="0" smtClean="0"/>
          </a:p>
          <a:p>
            <a:r>
              <a:rPr lang="zh-CN" altLang="en-US" dirty="0" smtClean="0"/>
              <a:t>真神：</a:t>
            </a:r>
            <a:r>
              <a:rPr lang="zh-CN" altLang="en-US" dirty="0"/>
              <a:t>鬼</a:t>
            </a:r>
            <a:r>
              <a:rPr lang="zh-CN" altLang="en-US" dirty="0" smtClean="0"/>
              <a:t>道杀神</a:t>
            </a:r>
            <a:endParaRPr lang="en-US" altLang="zh-CN" dirty="0" smtClean="0"/>
          </a:p>
          <a:p>
            <a:r>
              <a:rPr lang="zh-CN" altLang="en-US" dirty="0" smtClean="0"/>
              <a:t>旧日支配者；羊头冠主</a:t>
            </a:r>
            <a:endParaRPr lang="en-US" altLang="zh-CN" dirty="0"/>
          </a:p>
          <a:p>
            <a:r>
              <a:rPr lang="zh-CN" altLang="en-US" dirty="0" smtClean="0"/>
              <a:t>真身：</a:t>
            </a:r>
            <a:r>
              <a:rPr lang="zh-CN" altLang="en-US" dirty="0"/>
              <a:t>身</a:t>
            </a:r>
            <a:r>
              <a:rPr lang="zh-CN" altLang="en-US" dirty="0" smtClean="0"/>
              <a:t>披鬼武者铠甲的非人存在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727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048" y="228600"/>
            <a:ext cx="111648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四</a:t>
            </a:r>
            <a:r>
              <a:rPr lang="zh-CN" altLang="en-US" dirty="0" smtClean="0"/>
              <a:t>、亵渎系</a:t>
            </a:r>
            <a:endParaRPr lang="en-US" altLang="zh-CN" dirty="0" smtClean="0"/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嚎哭女王序列</a:t>
            </a:r>
            <a:endParaRPr lang="en-US" altLang="zh-CN" dirty="0" smtClean="0"/>
          </a:p>
          <a:p>
            <a:r>
              <a:rPr lang="zh-CN" altLang="en-US" dirty="0" smtClean="0"/>
              <a:t>被肉欲所困之人再次序列以自己的方式战斗，他们从来不信奉羊头冠主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即使那是他们的</a:t>
            </a:r>
            <a:r>
              <a:rPr lang="zh-CN" altLang="en-US" dirty="0" smtClean="0"/>
              <a:t>根源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九：处刑人</a:t>
            </a:r>
            <a:endParaRPr lang="en-US" altLang="zh-CN" dirty="0" smtClean="0"/>
          </a:p>
          <a:p>
            <a:r>
              <a:rPr lang="zh-CN" altLang="en-US" dirty="0" smtClean="0"/>
              <a:t>位面八：浪子</a:t>
            </a:r>
            <a:endParaRPr lang="en-US" altLang="zh-CN" dirty="0" smtClean="0"/>
          </a:p>
          <a:p>
            <a:r>
              <a:rPr lang="zh-CN" altLang="en-US" dirty="0" smtClean="0"/>
              <a:t>位面七：游侠</a:t>
            </a:r>
            <a:endParaRPr lang="en-US" altLang="zh-CN" dirty="0" smtClean="0"/>
          </a:p>
          <a:p>
            <a:r>
              <a:rPr lang="zh-CN" altLang="en-US" dirty="0" smtClean="0"/>
              <a:t>位面六：巫妖</a:t>
            </a:r>
            <a:endParaRPr lang="en-US" altLang="zh-CN" dirty="0"/>
          </a:p>
          <a:p>
            <a:r>
              <a:rPr lang="zh-CN" altLang="en-US" dirty="0" smtClean="0"/>
              <a:t>位面五：魅魔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四：塞壬女妖</a:t>
            </a:r>
            <a:endParaRPr lang="en-US" altLang="zh-CN" dirty="0" smtClean="0"/>
          </a:p>
          <a:p>
            <a:r>
              <a:rPr lang="zh-CN" altLang="en-US" dirty="0" smtClean="0"/>
              <a:t>位面三：伪装者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二：孽兽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一：狂欢亵渎</a:t>
            </a:r>
            <a:endParaRPr lang="en-US" altLang="zh-CN" dirty="0" smtClean="0"/>
          </a:p>
          <a:p>
            <a:r>
              <a:rPr lang="zh-CN" altLang="en-US" dirty="0"/>
              <a:t>位面</a:t>
            </a:r>
            <a:r>
              <a:rPr lang="zh-CN" altLang="en-US" dirty="0" smtClean="0"/>
              <a:t>零：嚎哭女王</a:t>
            </a:r>
            <a:endParaRPr lang="en-US" altLang="zh-CN" dirty="0" smtClean="0"/>
          </a:p>
          <a:p>
            <a:r>
              <a:rPr lang="zh-CN" altLang="en-US" dirty="0" smtClean="0"/>
              <a:t>真神：微笑者</a:t>
            </a:r>
            <a:endParaRPr lang="en-US" altLang="zh-CN" dirty="0" smtClean="0"/>
          </a:p>
          <a:p>
            <a:r>
              <a:rPr lang="zh-CN" altLang="en-US" dirty="0" smtClean="0"/>
              <a:t>旧日支配者；</a:t>
            </a:r>
            <a:r>
              <a:rPr lang="zh-CN" altLang="en-US" dirty="0"/>
              <a:t>羊头冠</a:t>
            </a:r>
            <a:r>
              <a:rPr lang="zh-CN" altLang="en-US" dirty="0" smtClean="0"/>
              <a:t>主，实际上无</a:t>
            </a:r>
            <a:endParaRPr lang="en-US" altLang="zh-CN" dirty="0"/>
          </a:p>
          <a:p>
            <a:r>
              <a:rPr lang="zh-CN" altLang="en-US" dirty="0" smtClean="0"/>
              <a:t>真身：一只章鱼般的生物，拥有无数触须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31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2659</Words>
  <Application>Microsoft Office PowerPoint</Application>
  <PresentationFormat>宽屏</PresentationFormat>
  <Paragraphs>336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宋体</vt:lpstr>
      <vt:lpstr>Arial</vt:lpstr>
      <vt:lpstr>Calibri</vt:lpstr>
      <vt:lpstr>Calibri Light</vt:lpstr>
      <vt:lpstr>Office 主题</vt:lpstr>
      <vt:lpstr>PowerPoint 演示文稿</vt:lpstr>
      <vt:lpstr>总则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已锁定</dc:creator>
  <cp:lastModifiedBy>已锁定</cp:lastModifiedBy>
  <cp:revision>38</cp:revision>
  <dcterms:created xsi:type="dcterms:W3CDTF">2022-07-12T16:21:24Z</dcterms:created>
  <dcterms:modified xsi:type="dcterms:W3CDTF">2022-07-22T07:23:44Z</dcterms:modified>
</cp:coreProperties>
</file>